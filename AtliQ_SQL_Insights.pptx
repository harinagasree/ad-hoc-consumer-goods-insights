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23"/>
  </p:notesMasterIdLst>
  <p:handoutMasterIdLst>
    <p:handoutMasterId r:id="rId24"/>
  </p:handoutMasterIdLst>
  <p:sldIdLst>
    <p:sldId id="256" r:id="rId4"/>
    <p:sldId id="273" r:id="rId5"/>
    <p:sldId id="291" r:id="rId6"/>
    <p:sldId id="257" r:id="rId7"/>
    <p:sldId id="293" r:id="rId8"/>
    <p:sldId id="294" r:id="rId9"/>
    <p:sldId id="272" r:id="rId10"/>
    <p:sldId id="279" r:id="rId11"/>
    <p:sldId id="280" r:id="rId12"/>
    <p:sldId id="281" r:id="rId13"/>
    <p:sldId id="282" r:id="rId14"/>
    <p:sldId id="283" r:id="rId15"/>
    <p:sldId id="284" r:id="rId16"/>
    <p:sldId id="278" r:id="rId17"/>
    <p:sldId id="285" r:id="rId18"/>
    <p:sldId id="286" r:id="rId19"/>
    <p:sldId id="287" r:id="rId20"/>
    <p:sldId id="289" r:id="rId21"/>
    <p:sldId id="277" r:id="rId22"/>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Microsoft YaHei" panose="020B0503020204020204" pitchFamily="34"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Microsoft YaHei" panose="020B0503020204020204" pitchFamily="34"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Microsoft YaHei" panose="020B0503020204020204" pitchFamily="34"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3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A715"/>
    <a:srgbClr val="FE4B24"/>
    <a:srgbClr val="179E97"/>
    <a:srgbClr val="145F89"/>
    <a:srgbClr val="3B42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horzBarState="maximized">
    <p:restoredLeft sz="15000"/>
    <p:restoredTop sz="94660"/>
  </p:normalViewPr>
  <p:slideViewPr>
    <p:cSldViewPr snapToGrid="0" showGuides="1">
      <p:cViewPr varScale="1">
        <p:scale>
          <a:sx n="76" d="100"/>
          <a:sy n="76" d="100"/>
        </p:scale>
        <p:origin x="540" y="78"/>
      </p:cViewPr>
      <p:guideLst>
        <p:guide orient="horz" pos="2133"/>
        <p:guide pos="3840"/>
      </p:guideLst>
    </p:cSldViewPr>
  </p:slideViewPr>
  <p:notesTextViewPr>
    <p:cViewPr>
      <p:scale>
        <a:sx n="1" d="1"/>
        <a:sy n="1" d="1"/>
      </p:scale>
      <p:origin x="0" y="0"/>
    </p:cViewPr>
  </p:notesTextViewPr>
  <p:sorterViewPr showFormatting="0">
    <p:cViewPr>
      <p:scale>
        <a:sx n="66" d="100"/>
        <a:sy n="66" d="100"/>
      </p:scale>
      <p:origin x="0" y="-75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notesMaster" Target="notesMasters/notes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
        <p:nvSpPr>
          <p:cNvPr id="11268"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11269"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3B424A"/>
        </a:solidFill>
        <a:effectLst/>
      </p:bgPr>
    </p:bg>
    <p:spTree>
      <p:nvGrpSpPr>
        <p:cNvPr id="1" name=""/>
        <p:cNvGrpSpPr/>
        <p:nvPr/>
      </p:nvGrpSpPr>
      <p:grpSpPr>
        <a:xfrm>
          <a:off x="0" y="0"/>
          <a:ext cx="0" cy="0"/>
          <a:chOff x="0" y="0"/>
          <a:chExt cx="0" cy="0"/>
        </a:xfrm>
      </p:grpSpPr>
      <p:sp>
        <p:nvSpPr>
          <p:cNvPr id="7" name="椭圆 6"/>
          <p:cNvSpPr/>
          <p:nvPr/>
        </p:nvSpPr>
        <p:spPr>
          <a:xfrm>
            <a:off x="439738" y="1676400"/>
            <a:ext cx="3632200" cy="3632200"/>
          </a:xfrm>
          <a:prstGeom prst="ellipse">
            <a:avLst/>
          </a:prstGeom>
          <a:solidFill>
            <a:srgbClr val="F9A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rotWithShape="1">
          <a:blip r:embed="rId2"/>
          <a:srcRect t="8654" b="8654"/>
          <a:stretch>
            <a:fillRect/>
          </a:stretch>
        </p:blipFill>
        <p:spPr>
          <a:xfrm rot="1986838">
            <a:off x="880628" y="1474070"/>
            <a:ext cx="3415079" cy="3415079"/>
          </a:xfrm>
          <a:prstGeom prst="ellipse">
            <a:avLst/>
          </a:prstGeom>
        </p:spPr>
      </p:pic>
      <p:sp>
        <p:nvSpPr>
          <p:cNvPr id="9" name="椭圆 8"/>
          <p:cNvSpPr/>
          <p:nvPr/>
        </p:nvSpPr>
        <p:spPr>
          <a:xfrm flipV="1">
            <a:off x="9982200" y="5737225"/>
            <a:ext cx="876300" cy="876300"/>
          </a:xfrm>
          <a:prstGeom prst="ellipse">
            <a:avLst/>
          </a:prstGeom>
          <a:solidFill>
            <a:srgbClr val="FE4B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0" name="图片 9"/>
          <p:cNvPicPr>
            <a:picLocks noChangeAspect="1"/>
          </p:cNvPicPr>
          <p:nvPr/>
        </p:nvPicPr>
        <p:blipFill rotWithShape="1">
          <a:blip r:embed="rId3"/>
          <a:srcRect t="8654" b="8654"/>
          <a:stretch>
            <a:fillRect/>
          </a:stretch>
        </p:blipFill>
        <p:spPr>
          <a:xfrm rot="3083445">
            <a:off x="9920081" y="5639016"/>
            <a:ext cx="853916" cy="853913"/>
          </a:xfrm>
          <a:prstGeom prst="ellipse">
            <a:avLst/>
          </a:prstGeom>
        </p:spPr>
      </p:pic>
      <p:sp>
        <p:nvSpPr>
          <p:cNvPr id="11" name="任意多边形 10"/>
          <p:cNvSpPr/>
          <p:nvPr/>
        </p:nvSpPr>
        <p:spPr>
          <a:xfrm>
            <a:off x="0" y="0"/>
            <a:ext cx="1011238" cy="1824038"/>
          </a:xfrm>
          <a:custGeom>
            <a:avLst/>
            <a:gdLst>
              <a:gd name="connsiteX0" fmla="*/ 0 w 1010563"/>
              <a:gd name="connsiteY0" fmla="*/ 0 h 1823323"/>
              <a:gd name="connsiteX1" fmla="*/ 1010563 w 1010563"/>
              <a:gd name="connsiteY1" fmla="*/ 0 h 1823323"/>
              <a:gd name="connsiteX2" fmla="*/ 1000129 w 1010563"/>
              <a:gd name="connsiteY2" fmla="*/ 206628 h 1823323"/>
              <a:gd name="connsiteX3" fmla="*/ 146295 w 1010563"/>
              <a:gd name="connsiteY3" fmla="*/ 1722568 h 1823323"/>
              <a:gd name="connsiteX4" fmla="*/ 0 w 1010563"/>
              <a:gd name="connsiteY4" fmla="*/ 1823323 h 1823323"/>
              <a:gd name="connsiteX5" fmla="*/ 0 w 1010563"/>
              <a:gd name="connsiteY5" fmla="*/ 0 h 182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0563" h="1823323">
                <a:moveTo>
                  <a:pt x="0" y="0"/>
                </a:moveTo>
                <a:lnTo>
                  <a:pt x="1010563" y="0"/>
                </a:lnTo>
                <a:lnTo>
                  <a:pt x="1000129" y="206628"/>
                </a:lnTo>
                <a:cubicBezTo>
                  <a:pt x="937342" y="824890"/>
                  <a:pt x="616167" y="1366766"/>
                  <a:pt x="146295" y="1722568"/>
                </a:cubicBezTo>
                <a:lnTo>
                  <a:pt x="0" y="1823323"/>
                </a:lnTo>
                <a:lnTo>
                  <a:pt x="0" y="0"/>
                </a:lnTo>
                <a:close/>
              </a:path>
            </a:pathLst>
          </a:custGeom>
          <a:solidFill>
            <a:srgbClr val="145F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任意多边形 11"/>
          <p:cNvSpPr/>
          <p:nvPr/>
        </p:nvSpPr>
        <p:spPr>
          <a:xfrm>
            <a:off x="10702925" y="3225800"/>
            <a:ext cx="1489075" cy="3397250"/>
          </a:xfrm>
          <a:custGeom>
            <a:avLst/>
            <a:gdLst>
              <a:gd name="connsiteX0" fmla="*/ 1489710 w 1489710"/>
              <a:gd name="connsiteY0" fmla="*/ 0 h 3396189"/>
              <a:gd name="connsiteX1" fmla="*/ 1489710 w 1489710"/>
              <a:gd name="connsiteY1" fmla="*/ 3396189 h 3396189"/>
              <a:gd name="connsiteX2" fmla="*/ 1368969 w 1489710"/>
              <a:gd name="connsiteY2" fmla="*/ 3377761 h 3396189"/>
              <a:gd name="connsiteX3" fmla="*/ 0 w 1489710"/>
              <a:gd name="connsiteY3" fmla="*/ 1698094 h 3396189"/>
              <a:gd name="connsiteX4" fmla="*/ 1368969 w 1489710"/>
              <a:gd name="connsiteY4" fmla="*/ 18427 h 3396189"/>
              <a:gd name="connsiteX5" fmla="*/ 1489710 w 1489710"/>
              <a:gd name="connsiteY5" fmla="*/ 0 h 3396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9710" h="3396189">
                <a:moveTo>
                  <a:pt x="1489710" y="0"/>
                </a:moveTo>
                <a:lnTo>
                  <a:pt x="1489710" y="3396189"/>
                </a:lnTo>
                <a:lnTo>
                  <a:pt x="1368969" y="3377761"/>
                </a:lnTo>
                <a:cubicBezTo>
                  <a:pt x="587700" y="3217891"/>
                  <a:pt x="0" y="2526625"/>
                  <a:pt x="0" y="1698094"/>
                </a:cubicBezTo>
                <a:cubicBezTo>
                  <a:pt x="0" y="869564"/>
                  <a:pt x="587700" y="178297"/>
                  <a:pt x="1368969" y="18427"/>
                </a:cubicBezTo>
                <a:lnTo>
                  <a:pt x="1489710" y="0"/>
                </a:lnTo>
                <a:close/>
              </a:path>
            </a:pathLst>
          </a:custGeom>
          <a:solidFill>
            <a:srgbClr val="179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ctrTitle"/>
          </p:nvPr>
        </p:nvSpPr>
        <p:spPr>
          <a:xfrm>
            <a:off x="1079703" y="1791429"/>
            <a:ext cx="10272510" cy="2387600"/>
          </a:xfrm>
        </p:spPr>
        <p:txBody>
          <a:bodyPr anchor="b"/>
          <a:lstStyle>
            <a:lvl1pPr algn="l">
              <a:defRPr sz="6000">
                <a:solidFill>
                  <a:schemeClr val="bg1"/>
                </a:solidFill>
              </a:defRPr>
            </a:lvl1pPr>
          </a:lstStyle>
          <a:p>
            <a:pPr fontAlgn="auto"/>
            <a:r>
              <a:rPr lang="zh-CN" altLang="en-US" strike="noStrike" noProof="1" dirty="0" smtClean="0"/>
              <a:t>单击此处编辑母版标题样式</a:t>
            </a:r>
            <a:endParaRPr lang="zh-CN" altLang="en-US" strike="noStrike" noProof="1" dirty="0"/>
          </a:p>
        </p:txBody>
      </p:sp>
      <p:sp>
        <p:nvSpPr>
          <p:cNvPr id="3" name="副标题 2"/>
          <p:cNvSpPr>
            <a:spLocks noGrp="1"/>
          </p:cNvSpPr>
          <p:nvPr>
            <p:ph type="subTitle" idx="1"/>
          </p:nvPr>
        </p:nvSpPr>
        <p:spPr>
          <a:xfrm>
            <a:off x="1117803" y="4009601"/>
            <a:ext cx="977879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smtClean="0"/>
              <a:t>单击此处编辑母版副标题样式</a:t>
            </a:r>
            <a:endParaRPr lang="zh-CN" altLang="en-US" strike="noStrike" noProof="1"/>
          </a:p>
        </p:txBody>
      </p:sp>
      <p:sp>
        <p:nvSpPr>
          <p:cNvPr id="13"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4"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5"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title">
    <p:bg>
      <p:bgPr>
        <a:solidFill>
          <a:srgbClr val="3B424A"/>
        </a:solidFill>
        <a:effectLst/>
      </p:bgPr>
    </p:bg>
    <p:spTree>
      <p:nvGrpSpPr>
        <p:cNvPr id="1" name=""/>
        <p:cNvGrpSpPr/>
        <p:nvPr/>
      </p:nvGrpSpPr>
      <p:grpSpPr>
        <a:xfrm>
          <a:off x="0" y="0"/>
          <a:ext cx="0" cy="0"/>
          <a:chOff x="0" y="0"/>
          <a:chExt cx="0" cy="0"/>
        </a:xfrm>
      </p:grpSpPr>
      <p:sp>
        <p:nvSpPr>
          <p:cNvPr id="7" name="椭圆 6"/>
          <p:cNvSpPr/>
          <p:nvPr/>
        </p:nvSpPr>
        <p:spPr>
          <a:xfrm>
            <a:off x="334963" y="650875"/>
            <a:ext cx="3201988" cy="3201988"/>
          </a:xfrm>
          <a:prstGeom prst="ellipse">
            <a:avLst/>
          </a:prstGeom>
          <a:solidFill>
            <a:srgbClr val="145F89">
              <a:alpha val="10000"/>
            </a:srgbClr>
          </a:solidFill>
          <a:ln>
            <a:solidFill>
              <a:srgbClr val="145F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椭圆 7"/>
          <p:cNvSpPr/>
          <p:nvPr/>
        </p:nvSpPr>
        <p:spPr>
          <a:xfrm>
            <a:off x="2586038" y="2027238"/>
            <a:ext cx="1816100" cy="1816100"/>
          </a:xfrm>
          <a:prstGeom prst="ellipse">
            <a:avLst/>
          </a:prstGeom>
          <a:solidFill>
            <a:srgbClr val="145F89">
              <a:alpha val="10000"/>
            </a:srgbClr>
          </a:solidFill>
          <a:ln>
            <a:solidFill>
              <a:srgbClr val="145F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a:off x="839788" y="2605088"/>
            <a:ext cx="3184525" cy="3184525"/>
          </a:xfrm>
          <a:prstGeom prst="ellipse">
            <a:avLst/>
          </a:prstGeom>
          <a:solidFill>
            <a:srgbClr val="145F89">
              <a:alpha val="10000"/>
            </a:srgbClr>
          </a:solidFill>
          <a:ln>
            <a:solidFill>
              <a:srgbClr val="145F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a:off x="2520950" y="2644775"/>
            <a:ext cx="803275" cy="801688"/>
          </a:xfrm>
          <a:prstGeom prst="ellipse">
            <a:avLst/>
          </a:prstGeom>
          <a:solidFill>
            <a:srgbClr val="00B0F0">
              <a:alpha val="10000"/>
            </a:srgb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椭圆 10"/>
          <p:cNvSpPr/>
          <p:nvPr/>
        </p:nvSpPr>
        <p:spPr>
          <a:xfrm>
            <a:off x="309563" y="3560763"/>
            <a:ext cx="228600" cy="228600"/>
          </a:xfrm>
          <a:prstGeom prst="ellipse">
            <a:avLst/>
          </a:prstGeom>
          <a:solidFill>
            <a:srgbClr val="145F89">
              <a:alpha val="10000"/>
            </a:srgbClr>
          </a:solidFill>
          <a:ln>
            <a:solidFill>
              <a:srgbClr val="145F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2" name="直接连接符 11"/>
          <p:cNvCxnSpPr/>
          <p:nvPr/>
        </p:nvCxnSpPr>
        <p:spPr>
          <a:xfrm>
            <a:off x="2908300" y="17463"/>
            <a:ext cx="0" cy="6858000"/>
          </a:xfrm>
          <a:prstGeom prst="line">
            <a:avLst/>
          </a:prstGeom>
          <a:ln>
            <a:solidFill>
              <a:srgbClr val="145F89"/>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322513" y="-136525"/>
            <a:ext cx="2460625" cy="4725988"/>
          </a:xfrm>
          <a:prstGeom prst="line">
            <a:avLst/>
          </a:prstGeom>
          <a:ln>
            <a:solidFill>
              <a:srgbClr val="145F89"/>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4529616" y="707987"/>
            <a:ext cx="6817834" cy="2852737"/>
          </a:xfrm>
        </p:spPr>
        <p:txBody>
          <a:bodyPr anchor="b"/>
          <a:lstStyle>
            <a:lvl1pPr>
              <a:defRPr sz="6000">
                <a:solidFill>
                  <a:schemeClr val="bg1"/>
                </a:solidFill>
              </a:defRPr>
            </a:lvl1pPr>
          </a:lstStyle>
          <a:p>
            <a:pPr fontAlgn="auto"/>
            <a:r>
              <a:rPr lang="zh-CN" altLang="en-US" strike="noStrike" noProof="1" dirty="0" smtClean="0"/>
              <a:t>单击此处编辑母版标题样式</a:t>
            </a:r>
            <a:endParaRPr lang="zh-CN" altLang="en-US" strike="noStrike" noProof="1" dirty="0"/>
          </a:p>
        </p:txBody>
      </p:sp>
      <p:sp>
        <p:nvSpPr>
          <p:cNvPr id="3" name="文本占位符 2"/>
          <p:cNvSpPr>
            <a:spLocks noGrp="1"/>
          </p:cNvSpPr>
          <p:nvPr>
            <p:ph type="body" idx="1"/>
          </p:nvPr>
        </p:nvSpPr>
        <p:spPr>
          <a:xfrm>
            <a:off x="4515548" y="3587712"/>
            <a:ext cx="6817833"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zh-CN" altLang="en-US" strike="noStrike" noProof="1" smtClean="0"/>
              <a:t>单击此处编辑母版文本样式</a:t>
            </a:r>
            <a:endParaRPr lang="zh-CN" altLang="en-US" strike="noStrike" noProof="1" smtClean="0"/>
          </a:p>
        </p:txBody>
      </p:sp>
      <p:sp>
        <p:nvSpPr>
          <p:cNvPr id="1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1808163"/>
            <a:ext cx="12192000" cy="2928938"/>
          </a:xfrm>
          <a:prstGeom prst="rect">
            <a:avLst/>
          </a:prstGeom>
          <a:solidFill>
            <a:srgbClr val="3B42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任意多边形 7"/>
          <p:cNvSpPr/>
          <p:nvPr/>
        </p:nvSpPr>
        <p:spPr>
          <a:xfrm>
            <a:off x="0" y="1808163"/>
            <a:ext cx="10237788" cy="2928938"/>
          </a:xfrm>
          <a:custGeom>
            <a:avLst/>
            <a:gdLst>
              <a:gd name="connsiteX0" fmla="*/ 0 w 12110819"/>
              <a:gd name="connsiteY0" fmla="*/ 0 h 4876800"/>
              <a:gd name="connsiteX1" fmla="*/ 12110819 w 12110819"/>
              <a:gd name="connsiteY1" fmla="*/ 0 h 4876800"/>
              <a:gd name="connsiteX2" fmla="*/ 7928435 w 12110819"/>
              <a:gd name="connsiteY2" fmla="*/ 4876800 h 4876800"/>
              <a:gd name="connsiteX3" fmla="*/ 0 w 12110819"/>
              <a:gd name="connsiteY3" fmla="*/ 4876800 h 4876800"/>
              <a:gd name="connsiteX4" fmla="*/ 0 w 12110819"/>
              <a:gd name="connsiteY4" fmla="*/ 0 h 487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0819" h="4876800">
                <a:moveTo>
                  <a:pt x="0" y="0"/>
                </a:moveTo>
                <a:lnTo>
                  <a:pt x="12110819" y="0"/>
                </a:lnTo>
                <a:lnTo>
                  <a:pt x="7928435" y="4876800"/>
                </a:lnTo>
                <a:lnTo>
                  <a:pt x="0" y="4876800"/>
                </a:lnTo>
                <a:lnTo>
                  <a:pt x="0" y="0"/>
                </a:lnTo>
                <a:close/>
              </a:path>
            </a:pathLst>
          </a:custGeom>
          <a:gradFill>
            <a:gsLst>
              <a:gs pos="18000">
                <a:schemeClr val="accent1">
                  <a:lumMod val="5000"/>
                  <a:lumOff val="95000"/>
                  <a:alpha val="15000"/>
                </a:schemeClr>
              </a:gs>
              <a:gs pos="89000">
                <a:srgbClr val="3B424A">
                  <a:alpha val="20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lvl1pPr algn="ctr">
              <a:defRPr>
                <a:solidFill>
                  <a:schemeClr val="bg1"/>
                </a:solidFill>
              </a:defRPr>
            </a:lvl1pPr>
          </a:lstStyle>
          <a:p>
            <a:pPr fontAlgn="auto"/>
            <a:r>
              <a:rPr lang="zh-CN" altLang="en-US" strike="noStrike" noProof="1" dirty="0" smtClean="0"/>
              <a:t>单击此处编辑母版标题样式</a:t>
            </a:r>
            <a:endParaRPr lang="zh-CN" altLang="en-US" strike="noStrike" noProof="1" dirty="0"/>
          </a:p>
        </p:txBody>
      </p:sp>
      <p:sp>
        <p:nvSpPr>
          <p:cNvPr id="9"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1_Title only">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12192000" cy="4876800"/>
          </a:xfrm>
          <a:prstGeom prst="rect">
            <a:avLst/>
          </a:prstGeom>
          <a:solidFill>
            <a:srgbClr val="3B42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任意多边形 7"/>
          <p:cNvSpPr/>
          <p:nvPr/>
        </p:nvSpPr>
        <p:spPr>
          <a:xfrm>
            <a:off x="0" y="0"/>
            <a:ext cx="12111038" cy="4876800"/>
          </a:xfrm>
          <a:custGeom>
            <a:avLst/>
            <a:gdLst>
              <a:gd name="connsiteX0" fmla="*/ 0 w 12110819"/>
              <a:gd name="connsiteY0" fmla="*/ 0 h 4876800"/>
              <a:gd name="connsiteX1" fmla="*/ 12110819 w 12110819"/>
              <a:gd name="connsiteY1" fmla="*/ 0 h 4876800"/>
              <a:gd name="connsiteX2" fmla="*/ 7928435 w 12110819"/>
              <a:gd name="connsiteY2" fmla="*/ 4876800 h 4876800"/>
              <a:gd name="connsiteX3" fmla="*/ 0 w 12110819"/>
              <a:gd name="connsiteY3" fmla="*/ 4876800 h 4876800"/>
              <a:gd name="connsiteX4" fmla="*/ 0 w 12110819"/>
              <a:gd name="connsiteY4" fmla="*/ 0 h 487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0819" h="4876800">
                <a:moveTo>
                  <a:pt x="0" y="0"/>
                </a:moveTo>
                <a:lnTo>
                  <a:pt x="12110819" y="0"/>
                </a:lnTo>
                <a:lnTo>
                  <a:pt x="7928435" y="4876800"/>
                </a:lnTo>
                <a:lnTo>
                  <a:pt x="0" y="4876800"/>
                </a:lnTo>
                <a:lnTo>
                  <a:pt x="0" y="0"/>
                </a:lnTo>
                <a:close/>
              </a:path>
            </a:pathLst>
          </a:custGeom>
          <a:gradFill>
            <a:gsLst>
              <a:gs pos="18000">
                <a:schemeClr val="accent1">
                  <a:lumMod val="5000"/>
                  <a:lumOff val="95000"/>
                  <a:alpha val="15000"/>
                </a:schemeClr>
              </a:gs>
              <a:gs pos="89000">
                <a:srgbClr val="3B424A">
                  <a:alpha val="20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lvl1pPr algn="ctr">
              <a:defRPr>
                <a:solidFill>
                  <a:schemeClr val="bg1"/>
                </a:solidFill>
              </a:defRPr>
            </a:lvl1pPr>
          </a:lstStyle>
          <a:p>
            <a:pPr fontAlgn="auto"/>
            <a:r>
              <a:rPr lang="zh-CN" altLang="en-US" strike="noStrike" noProof="1" smtClean="0"/>
              <a:t>单击此处编辑母版标题样式</a:t>
            </a:r>
            <a:endParaRPr lang="zh-CN" altLang="en-US" strike="noStrike" noProof="1"/>
          </a:p>
        </p:txBody>
      </p:sp>
      <p:sp>
        <p:nvSpPr>
          <p:cNvPr id="9"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4_Title only">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3733800"/>
            <a:ext cx="12192000" cy="3124200"/>
          </a:xfrm>
          <a:prstGeom prst="rect">
            <a:avLst/>
          </a:prstGeom>
          <a:solidFill>
            <a:srgbClr val="3B42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lvl1pPr algn="ctr">
              <a:defRPr>
                <a:solidFill>
                  <a:schemeClr val="bg1"/>
                </a:solidFill>
              </a:defRPr>
            </a:lvl1pPr>
          </a:lstStyle>
          <a:p>
            <a:pPr fontAlgn="auto"/>
            <a:r>
              <a:rPr lang="zh-CN" altLang="en-US" strike="noStrike" noProof="1" smtClean="0"/>
              <a:t>单击此处编辑母版标题样式</a:t>
            </a:r>
            <a:endParaRPr lang="zh-CN" altLang="en-US" strike="noStrike" noProof="1"/>
          </a:p>
        </p:txBody>
      </p:sp>
      <p:sp>
        <p:nvSpPr>
          <p:cNvPr id="8"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2_Title only">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4762500"/>
            <a:ext cx="12192000" cy="2095500"/>
          </a:xfrm>
          <a:prstGeom prst="rect">
            <a:avLst/>
          </a:prstGeom>
          <a:solidFill>
            <a:srgbClr val="3B42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lvl1pPr algn="ctr">
              <a:defRPr>
                <a:solidFill>
                  <a:schemeClr val="bg1"/>
                </a:solidFill>
              </a:defRPr>
            </a:lvl1pPr>
          </a:lstStyle>
          <a:p>
            <a:pPr fontAlgn="auto"/>
            <a:r>
              <a:rPr lang="zh-CN" altLang="en-US" strike="noStrike" noProof="1" smtClean="0"/>
              <a:t>单击此处编辑母版标题样式</a:t>
            </a:r>
            <a:endParaRPr lang="zh-CN" altLang="en-US" strike="noStrike" noProof="1"/>
          </a:p>
        </p:txBody>
      </p:sp>
      <p:sp>
        <p:nvSpPr>
          <p:cNvPr id="8"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3_Title only">
    <p:bg>
      <p:bgPr>
        <a:solidFill>
          <a:srgbClr val="3B424A"/>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solidFill>
                  <a:schemeClr val="bg1"/>
                </a:solidFill>
              </a:defRPr>
            </a:lvl1pPr>
          </a:lstStyle>
          <a:p>
            <a:pPr fontAlgn="auto"/>
            <a:r>
              <a:rPr lang="zh-CN" altLang="en-US" strike="noStrike" noProof="1" dirty="0" smtClean="0"/>
              <a:t>单击此处编辑母版标题样式</a:t>
            </a:r>
            <a:endParaRPr lang="zh-CN" altLang="en-US" strike="noStrike" noProof="1" dirty="0"/>
          </a:p>
        </p:txBody>
      </p:sp>
      <p:sp>
        <p:nvSpPr>
          <p:cNvPr id="7"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7" name="日期占位符 1"/>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2"/>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3"/>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3B424A"/>
        </a:solidFill>
        <a:effectLst/>
      </p:bgPr>
    </p:bg>
    <p:spTree>
      <p:nvGrpSpPr>
        <p:cNvPr id="1" name=""/>
        <p:cNvGrpSpPr/>
        <p:nvPr/>
      </p:nvGrpSpPr>
      <p:grpSpPr>
        <a:xfrm>
          <a:off x="0" y="0"/>
          <a:ext cx="0" cy="0"/>
          <a:chOff x="0" y="0"/>
          <a:chExt cx="0" cy="0"/>
        </a:xfrm>
      </p:grpSpPr>
      <p:sp>
        <p:nvSpPr>
          <p:cNvPr id="7" name="椭圆 6"/>
          <p:cNvSpPr/>
          <p:nvPr/>
        </p:nvSpPr>
        <p:spPr>
          <a:xfrm>
            <a:off x="439738" y="1676400"/>
            <a:ext cx="3632200" cy="3632200"/>
          </a:xfrm>
          <a:prstGeom prst="ellipse">
            <a:avLst/>
          </a:prstGeom>
          <a:solidFill>
            <a:srgbClr val="F9A7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rotWithShape="1">
          <a:blip r:embed="rId2"/>
          <a:srcRect t="8654" b="8654"/>
          <a:stretch>
            <a:fillRect/>
          </a:stretch>
        </p:blipFill>
        <p:spPr>
          <a:xfrm rot="1986838">
            <a:off x="880628" y="1474070"/>
            <a:ext cx="3415079" cy="3415079"/>
          </a:xfrm>
          <a:prstGeom prst="ellipse">
            <a:avLst/>
          </a:prstGeom>
        </p:spPr>
      </p:pic>
      <p:sp>
        <p:nvSpPr>
          <p:cNvPr id="9" name="椭圆 8"/>
          <p:cNvSpPr/>
          <p:nvPr/>
        </p:nvSpPr>
        <p:spPr>
          <a:xfrm flipV="1">
            <a:off x="9982200" y="5737225"/>
            <a:ext cx="876300" cy="876300"/>
          </a:xfrm>
          <a:prstGeom prst="ellipse">
            <a:avLst/>
          </a:prstGeom>
          <a:solidFill>
            <a:srgbClr val="FE4B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0" name="图片 9"/>
          <p:cNvPicPr>
            <a:picLocks noChangeAspect="1"/>
          </p:cNvPicPr>
          <p:nvPr/>
        </p:nvPicPr>
        <p:blipFill rotWithShape="1">
          <a:blip r:embed="rId3"/>
          <a:srcRect t="8654" b="8654"/>
          <a:stretch>
            <a:fillRect/>
          </a:stretch>
        </p:blipFill>
        <p:spPr>
          <a:xfrm rot="3083445">
            <a:off x="9920081" y="5639016"/>
            <a:ext cx="853916" cy="853913"/>
          </a:xfrm>
          <a:prstGeom prst="ellipse">
            <a:avLst/>
          </a:prstGeom>
        </p:spPr>
      </p:pic>
      <p:sp>
        <p:nvSpPr>
          <p:cNvPr id="11" name="任意多边形 10"/>
          <p:cNvSpPr/>
          <p:nvPr/>
        </p:nvSpPr>
        <p:spPr>
          <a:xfrm>
            <a:off x="0" y="0"/>
            <a:ext cx="1011238" cy="1824038"/>
          </a:xfrm>
          <a:custGeom>
            <a:avLst/>
            <a:gdLst>
              <a:gd name="connsiteX0" fmla="*/ 0 w 1010563"/>
              <a:gd name="connsiteY0" fmla="*/ 0 h 1823323"/>
              <a:gd name="connsiteX1" fmla="*/ 1010563 w 1010563"/>
              <a:gd name="connsiteY1" fmla="*/ 0 h 1823323"/>
              <a:gd name="connsiteX2" fmla="*/ 1000129 w 1010563"/>
              <a:gd name="connsiteY2" fmla="*/ 206628 h 1823323"/>
              <a:gd name="connsiteX3" fmla="*/ 146295 w 1010563"/>
              <a:gd name="connsiteY3" fmla="*/ 1722568 h 1823323"/>
              <a:gd name="connsiteX4" fmla="*/ 0 w 1010563"/>
              <a:gd name="connsiteY4" fmla="*/ 1823323 h 1823323"/>
              <a:gd name="connsiteX5" fmla="*/ 0 w 1010563"/>
              <a:gd name="connsiteY5" fmla="*/ 0 h 182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0563" h="1823323">
                <a:moveTo>
                  <a:pt x="0" y="0"/>
                </a:moveTo>
                <a:lnTo>
                  <a:pt x="1010563" y="0"/>
                </a:lnTo>
                <a:lnTo>
                  <a:pt x="1000129" y="206628"/>
                </a:lnTo>
                <a:cubicBezTo>
                  <a:pt x="937342" y="824890"/>
                  <a:pt x="616167" y="1366766"/>
                  <a:pt x="146295" y="1722568"/>
                </a:cubicBezTo>
                <a:lnTo>
                  <a:pt x="0" y="1823323"/>
                </a:lnTo>
                <a:lnTo>
                  <a:pt x="0" y="0"/>
                </a:lnTo>
                <a:close/>
              </a:path>
            </a:pathLst>
          </a:custGeom>
          <a:solidFill>
            <a:srgbClr val="145F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任意多边形 11"/>
          <p:cNvSpPr/>
          <p:nvPr/>
        </p:nvSpPr>
        <p:spPr>
          <a:xfrm>
            <a:off x="10702925" y="3225800"/>
            <a:ext cx="1489075" cy="3397250"/>
          </a:xfrm>
          <a:custGeom>
            <a:avLst/>
            <a:gdLst>
              <a:gd name="connsiteX0" fmla="*/ 1489710 w 1489710"/>
              <a:gd name="connsiteY0" fmla="*/ 0 h 3396189"/>
              <a:gd name="connsiteX1" fmla="*/ 1489710 w 1489710"/>
              <a:gd name="connsiteY1" fmla="*/ 3396189 h 3396189"/>
              <a:gd name="connsiteX2" fmla="*/ 1368969 w 1489710"/>
              <a:gd name="connsiteY2" fmla="*/ 3377761 h 3396189"/>
              <a:gd name="connsiteX3" fmla="*/ 0 w 1489710"/>
              <a:gd name="connsiteY3" fmla="*/ 1698094 h 3396189"/>
              <a:gd name="connsiteX4" fmla="*/ 1368969 w 1489710"/>
              <a:gd name="connsiteY4" fmla="*/ 18427 h 3396189"/>
              <a:gd name="connsiteX5" fmla="*/ 1489710 w 1489710"/>
              <a:gd name="connsiteY5" fmla="*/ 0 h 3396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9710" h="3396189">
                <a:moveTo>
                  <a:pt x="1489710" y="0"/>
                </a:moveTo>
                <a:lnTo>
                  <a:pt x="1489710" y="3396189"/>
                </a:lnTo>
                <a:lnTo>
                  <a:pt x="1368969" y="3377761"/>
                </a:lnTo>
                <a:cubicBezTo>
                  <a:pt x="587700" y="3217891"/>
                  <a:pt x="0" y="2526625"/>
                  <a:pt x="0" y="1698094"/>
                </a:cubicBezTo>
                <a:cubicBezTo>
                  <a:pt x="0" y="869564"/>
                  <a:pt x="587700" y="178297"/>
                  <a:pt x="1368969" y="18427"/>
                </a:cubicBezTo>
                <a:lnTo>
                  <a:pt x="1489710" y="0"/>
                </a:lnTo>
                <a:close/>
              </a:path>
            </a:pathLst>
          </a:custGeom>
          <a:solidFill>
            <a:srgbClr val="179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ctrTitle"/>
          </p:nvPr>
        </p:nvSpPr>
        <p:spPr>
          <a:xfrm>
            <a:off x="1079703" y="1791429"/>
            <a:ext cx="10272510" cy="2387600"/>
          </a:xfrm>
        </p:spPr>
        <p:txBody>
          <a:bodyPr anchor="b"/>
          <a:lstStyle>
            <a:lvl1pPr algn="l">
              <a:defRPr sz="6000">
                <a:solidFill>
                  <a:schemeClr val="bg1"/>
                </a:solidFill>
              </a:defRPr>
            </a:lvl1pPr>
          </a:lstStyle>
          <a:p>
            <a:pPr fontAlgn="auto"/>
            <a:r>
              <a:rPr lang="zh-CN" altLang="en-US" strike="noStrike" noProof="1" dirty="0" smtClean="0"/>
              <a:t>单击此处编辑母版标题样式</a:t>
            </a:r>
            <a:endParaRPr lang="zh-CN" altLang="en-US" strike="noStrike" noProof="1" dirty="0"/>
          </a:p>
        </p:txBody>
      </p:sp>
      <p:sp>
        <p:nvSpPr>
          <p:cNvPr id="3" name="副标题 2"/>
          <p:cNvSpPr>
            <a:spLocks noGrp="1"/>
          </p:cNvSpPr>
          <p:nvPr>
            <p:ph type="subTitle" idx="1"/>
          </p:nvPr>
        </p:nvSpPr>
        <p:spPr>
          <a:xfrm>
            <a:off x="1117803" y="4009601"/>
            <a:ext cx="977879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smtClean="0"/>
              <a:t>单击此处编辑母版副标题样式</a:t>
            </a:r>
            <a:endParaRPr lang="zh-CN" altLang="en-US" strike="noStrike" noProof="1"/>
          </a:p>
        </p:txBody>
      </p:sp>
      <p:sp>
        <p:nvSpPr>
          <p:cNvPr id="13"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4"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5"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title">
    <p:bg>
      <p:bgPr>
        <a:solidFill>
          <a:srgbClr val="3B424A"/>
        </a:solidFill>
        <a:effectLst/>
      </p:bgPr>
    </p:bg>
    <p:spTree>
      <p:nvGrpSpPr>
        <p:cNvPr id="1" name=""/>
        <p:cNvGrpSpPr/>
        <p:nvPr/>
      </p:nvGrpSpPr>
      <p:grpSpPr>
        <a:xfrm>
          <a:off x="0" y="0"/>
          <a:ext cx="0" cy="0"/>
          <a:chOff x="0" y="0"/>
          <a:chExt cx="0" cy="0"/>
        </a:xfrm>
      </p:grpSpPr>
      <p:sp>
        <p:nvSpPr>
          <p:cNvPr id="7" name="椭圆 6"/>
          <p:cNvSpPr/>
          <p:nvPr/>
        </p:nvSpPr>
        <p:spPr>
          <a:xfrm>
            <a:off x="334963" y="650875"/>
            <a:ext cx="3201988" cy="3201988"/>
          </a:xfrm>
          <a:prstGeom prst="ellipse">
            <a:avLst/>
          </a:prstGeom>
          <a:solidFill>
            <a:srgbClr val="145F89">
              <a:alpha val="10000"/>
            </a:srgbClr>
          </a:solidFill>
          <a:ln>
            <a:solidFill>
              <a:srgbClr val="145F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椭圆 7"/>
          <p:cNvSpPr/>
          <p:nvPr/>
        </p:nvSpPr>
        <p:spPr>
          <a:xfrm>
            <a:off x="2586038" y="2027238"/>
            <a:ext cx="1816100" cy="1816100"/>
          </a:xfrm>
          <a:prstGeom prst="ellipse">
            <a:avLst/>
          </a:prstGeom>
          <a:solidFill>
            <a:srgbClr val="145F89">
              <a:alpha val="10000"/>
            </a:srgbClr>
          </a:solidFill>
          <a:ln>
            <a:solidFill>
              <a:srgbClr val="145F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a:off x="839788" y="2605088"/>
            <a:ext cx="3184525" cy="3184525"/>
          </a:xfrm>
          <a:prstGeom prst="ellipse">
            <a:avLst/>
          </a:prstGeom>
          <a:solidFill>
            <a:srgbClr val="145F89">
              <a:alpha val="10000"/>
            </a:srgbClr>
          </a:solidFill>
          <a:ln>
            <a:solidFill>
              <a:srgbClr val="145F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a:off x="2520950" y="2644775"/>
            <a:ext cx="803275" cy="801688"/>
          </a:xfrm>
          <a:prstGeom prst="ellipse">
            <a:avLst/>
          </a:prstGeom>
          <a:solidFill>
            <a:srgbClr val="00B0F0">
              <a:alpha val="10000"/>
            </a:srgb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椭圆 10"/>
          <p:cNvSpPr/>
          <p:nvPr/>
        </p:nvSpPr>
        <p:spPr>
          <a:xfrm>
            <a:off x="309563" y="3560763"/>
            <a:ext cx="228600" cy="228600"/>
          </a:xfrm>
          <a:prstGeom prst="ellipse">
            <a:avLst/>
          </a:prstGeom>
          <a:solidFill>
            <a:srgbClr val="145F89">
              <a:alpha val="10000"/>
            </a:srgbClr>
          </a:solidFill>
          <a:ln>
            <a:solidFill>
              <a:srgbClr val="145F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2" name="直接连接符 11"/>
          <p:cNvCxnSpPr/>
          <p:nvPr/>
        </p:nvCxnSpPr>
        <p:spPr>
          <a:xfrm>
            <a:off x="2908300" y="17463"/>
            <a:ext cx="0" cy="6858000"/>
          </a:xfrm>
          <a:prstGeom prst="line">
            <a:avLst/>
          </a:prstGeom>
          <a:ln>
            <a:solidFill>
              <a:srgbClr val="145F89"/>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322513" y="-136525"/>
            <a:ext cx="2460625" cy="4725988"/>
          </a:xfrm>
          <a:prstGeom prst="line">
            <a:avLst/>
          </a:prstGeom>
          <a:ln>
            <a:solidFill>
              <a:srgbClr val="145F89"/>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4529616" y="707987"/>
            <a:ext cx="6817834" cy="2852737"/>
          </a:xfrm>
        </p:spPr>
        <p:txBody>
          <a:bodyPr anchor="b"/>
          <a:lstStyle>
            <a:lvl1pPr>
              <a:defRPr sz="6000">
                <a:solidFill>
                  <a:schemeClr val="bg1"/>
                </a:solidFill>
              </a:defRPr>
            </a:lvl1pPr>
          </a:lstStyle>
          <a:p>
            <a:pPr fontAlgn="auto"/>
            <a:r>
              <a:rPr lang="zh-CN" altLang="en-US" strike="noStrike" noProof="1" dirty="0" smtClean="0"/>
              <a:t>单击此处编辑母版标题样式</a:t>
            </a:r>
            <a:endParaRPr lang="zh-CN" altLang="en-US" strike="noStrike" noProof="1" dirty="0"/>
          </a:p>
        </p:txBody>
      </p:sp>
      <p:sp>
        <p:nvSpPr>
          <p:cNvPr id="3" name="文本占位符 2"/>
          <p:cNvSpPr>
            <a:spLocks noGrp="1"/>
          </p:cNvSpPr>
          <p:nvPr>
            <p:ph type="body" idx="1"/>
          </p:nvPr>
        </p:nvSpPr>
        <p:spPr>
          <a:xfrm>
            <a:off x="4515548" y="3587712"/>
            <a:ext cx="6817833"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zh-CN" altLang="en-US" strike="noStrike" noProof="1" smtClean="0"/>
              <a:t>单击此处编辑母版文本样式</a:t>
            </a:r>
            <a:endParaRPr lang="zh-CN" altLang="en-US" strike="noStrike" noProof="1" smtClean="0"/>
          </a:p>
        </p:txBody>
      </p:sp>
      <p:sp>
        <p:nvSpPr>
          <p:cNvPr id="1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1808163"/>
            <a:ext cx="12192000" cy="2928938"/>
          </a:xfrm>
          <a:prstGeom prst="rect">
            <a:avLst/>
          </a:prstGeom>
          <a:solidFill>
            <a:srgbClr val="3B42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任意多边形 7"/>
          <p:cNvSpPr/>
          <p:nvPr/>
        </p:nvSpPr>
        <p:spPr>
          <a:xfrm>
            <a:off x="0" y="1808163"/>
            <a:ext cx="10237788" cy="2928938"/>
          </a:xfrm>
          <a:custGeom>
            <a:avLst/>
            <a:gdLst>
              <a:gd name="connsiteX0" fmla="*/ 0 w 12110819"/>
              <a:gd name="connsiteY0" fmla="*/ 0 h 4876800"/>
              <a:gd name="connsiteX1" fmla="*/ 12110819 w 12110819"/>
              <a:gd name="connsiteY1" fmla="*/ 0 h 4876800"/>
              <a:gd name="connsiteX2" fmla="*/ 7928435 w 12110819"/>
              <a:gd name="connsiteY2" fmla="*/ 4876800 h 4876800"/>
              <a:gd name="connsiteX3" fmla="*/ 0 w 12110819"/>
              <a:gd name="connsiteY3" fmla="*/ 4876800 h 4876800"/>
              <a:gd name="connsiteX4" fmla="*/ 0 w 12110819"/>
              <a:gd name="connsiteY4" fmla="*/ 0 h 487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0819" h="4876800">
                <a:moveTo>
                  <a:pt x="0" y="0"/>
                </a:moveTo>
                <a:lnTo>
                  <a:pt x="12110819" y="0"/>
                </a:lnTo>
                <a:lnTo>
                  <a:pt x="7928435" y="4876800"/>
                </a:lnTo>
                <a:lnTo>
                  <a:pt x="0" y="4876800"/>
                </a:lnTo>
                <a:lnTo>
                  <a:pt x="0" y="0"/>
                </a:lnTo>
                <a:close/>
              </a:path>
            </a:pathLst>
          </a:custGeom>
          <a:gradFill>
            <a:gsLst>
              <a:gs pos="18000">
                <a:schemeClr val="accent1">
                  <a:lumMod val="5000"/>
                  <a:lumOff val="95000"/>
                  <a:alpha val="15000"/>
                </a:schemeClr>
              </a:gs>
              <a:gs pos="89000">
                <a:srgbClr val="3B424A">
                  <a:alpha val="20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lvl1pPr algn="ctr">
              <a:defRPr>
                <a:solidFill>
                  <a:schemeClr val="bg1"/>
                </a:solidFill>
              </a:defRPr>
            </a:lvl1pPr>
          </a:lstStyle>
          <a:p>
            <a:pPr fontAlgn="auto"/>
            <a:r>
              <a:rPr lang="zh-CN" altLang="en-US" strike="noStrike" noProof="1" dirty="0" smtClean="0"/>
              <a:t>单击此处编辑母版标题样式</a:t>
            </a:r>
            <a:endParaRPr lang="zh-CN" altLang="en-US" strike="noStrike" noProof="1" dirty="0"/>
          </a:p>
        </p:txBody>
      </p:sp>
      <p:sp>
        <p:nvSpPr>
          <p:cNvPr id="9"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12192000" cy="4876800"/>
          </a:xfrm>
          <a:prstGeom prst="rect">
            <a:avLst/>
          </a:prstGeom>
          <a:solidFill>
            <a:srgbClr val="3B42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任意多边形 7"/>
          <p:cNvSpPr/>
          <p:nvPr/>
        </p:nvSpPr>
        <p:spPr>
          <a:xfrm>
            <a:off x="0" y="0"/>
            <a:ext cx="12111038" cy="4876800"/>
          </a:xfrm>
          <a:custGeom>
            <a:avLst/>
            <a:gdLst>
              <a:gd name="connsiteX0" fmla="*/ 0 w 12110819"/>
              <a:gd name="connsiteY0" fmla="*/ 0 h 4876800"/>
              <a:gd name="connsiteX1" fmla="*/ 12110819 w 12110819"/>
              <a:gd name="connsiteY1" fmla="*/ 0 h 4876800"/>
              <a:gd name="connsiteX2" fmla="*/ 7928435 w 12110819"/>
              <a:gd name="connsiteY2" fmla="*/ 4876800 h 4876800"/>
              <a:gd name="connsiteX3" fmla="*/ 0 w 12110819"/>
              <a:gd name="connsiteY3" fmla="*/ 4876800 h 4876800"/>
              <a:gd name="connsiteX4" fmla="*/ 0 w 12110819"/>
              <a:gd name="connsiteY4" fmla="*/ 0 h 487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0819" h="4876800">
                <a:moveTo>
                  <a:pt x="0" y="0"/>
                </a:moveTo>
                <a:lnTo>
                  <a:pt x="12110819" y="0"/>
                </a:lnTo>
                <a:lnTo>
                  <a:pt x="7928435" y="4876800"/>
                </a:lnTo>
                <a:lnTo>
                  <a:pt x="0" y="4876800"/>
                </a:lnTo>
                <a:lnTo>
                  <a:pt x="0" y="0"/>
                </a:lnTo>
                <a:close/>
              </a:path>
            </a:pathLst>
          </a:custGeom>
          <a:gradFill>
            <a:gsLst>
              <a:gs pos="18000">
                <a:schemeClr val="accent1">
                  <a:lumMod val="5000"/>
                  <a:lumOff val="95000"/>
                  <a:alpha val="15000"/>
                </a:schemeClr>
              </a:gs>
              <a:gs pos="89000">
                <a:srgbClr val="3B424A">
                  <a:alpha val="20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lvl1pPr algn="ctr">
              <a:defRPr>
                <a:solidFill>
                  <a:schemeClr val="bg1"/>
                </a:solidFill>
              </a:defRPr>
            </a:lvl1pPr>
          </a:lstStyle>
          <a:p>
            <a:pPr fontAlgn="auto"/>
            <a:r>
              <a:rPr lang="zh-CN" altLang="en-US" strike="noStrike" noProof="1" smtClean="0"/>
              <a:t>单击此处编辑母版标题样式</a:t>
            </a:r>
            <a:endParaRPr lang="zh-CN" altLang="en-US" strike="noStrike" noProof="1"/>
          </a:p>
        </p:txBody>
      </p:sp>
      <p:sp>
        <p:nvSpPr>
          <p:cNvPr id="9"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4_Title only">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3733800"/>
            <a:ext cx="12192000" cy="3124200"/>
          </a:xfrm>
          <a:prstGeom prst="rect">
            <a:avLst/>
          </a:prstGeom>
          <a:solidFill>
            <a:srgbClr val="3B42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lvl1pPr algn="ctr">
              <a:defRPr>
                <a:solidFill>
                  <a:schemeClr val="bg1"/>
                </a:solidFill>
              </a:defRPr>
            </a:lvl1pPr>
          </a:lstStyle>
          <a:p>
            <a:pPr fontAlgn="auto"/>
            <a:r>
              <a:rPr lang="zh-CN" altLang="en-US" strike="noStrike" noProof="1" smtClean="0"/>
              <a:t>单击此处编辑母版标题样式</a:t>
            </a:r>
            <a:endParaRPr lang="zh-CN" altLang="en-US" strike="noStrike" noProof="1"/>
          </a:p>
        </p:txBody>
      </p:sp>
      <p:sp>
        <p:nvSpPr>
          <p:cNvPr id="8"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2_Title only">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4762500"/>
            <a:ext cx="12192000" cy="2095500"/>
          </a:xfrm>
          <a:prstGeom prst="rect">
            <a:avLst/>
          </a:prstGeom>
          <a:solidFill>
            <a:srgbClr val="3B42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lvl1pPr algn="ctr">
              <a:defRPr>
                <a:solidFill>
                  <a:schemeClr val="bg1"/>
                </a:solidFill>
              </a:defRPr>
            </a:lvl1pPr>
          </a:lstStyle>
          <a:p>
            <a:pPr fontAlgn="auto"/>
            <a:r>
              <a:rPr lang="zh-CN" altLang="en-US" strike="noStrike" noProof="1" smtClean="0"/>
              <a:t>单击此处编辑母版标题样式</a:t>
            </a:r>
            <a:endParaRPr lang="zh-CN" altLang="en-US" strike="noStrike" noProof="1"/>
          </a:p>
        </p:txBody>
      </p:sp>
      <p:sp>
        <p:nvSpPr>
          <p:cNvPr id="8"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3_Title only">
    <p:bg>
      <p:bgPr>
        <a:solidFill>
          <a:srgbClr val="3B424A"/>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solidFill>
                  <a:schemeClr val="bg1"/>
                </a:solidFill>
              </a:defRPr>
            </a:lvl1pPr>
          </a:lstStyle>
          <a:p>
            <a:pPr fontAlgn="auto"/>
            <a:r>
              <a:rPr lang="zh-CN" altLang="en-US" strike="noStrike" noProof="1" dirty="0" smtClean="0"/>
              <a:t>单击此处编辑母版标题样式</a:t>
            </a:r>
            <a:endParaRPr lang="zh-CN" altLang="en-US" strike="noStrike" noProof="1" dirty="0"/>
          </a:p>
        </p:txBody>
      </p:sp>
      <p:sp>
        <p:nvSpPr>
          <p:cNvPr id="7"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7" name="日期占位符 1"/>
          <p:cNvSpPr>
            <a:spLocks noGrp="1"/>
          </p:cNvSpPr>
          <p:nvPr>
            <p:ph type="dt" sz="half" idx="2"/>
          </p:nvPr>
        </p:nvSpPr>
        <p:spPr>
          <a:xfrm>
            <a:off x="838200" y="6356350"/>
            <a:ext cx="2743200"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2"/>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3"/>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B424A"/>
        </a:soli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B424A"/>
        </a:soli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417F312-AE95-46C5-991C-3338A804F0A2}"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0.pn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2.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标题 1"/>
          <p:cNvSpPr>
            <a:spLocks noGrp="1"/>
          </p:cNvSpPr>
          <p:nvPr>
            <p:ph type="ctrTitle"/>
          </p:nvPr>
        </p:nvSpPr>
        <p:spPr>
          <a:xfrm>
            <a:off x="1079500" y="1790700"/>
            <a:ext cx="10273030" cy="2523490"/>
          </a:xfrm>
        </p:spPr>
        <p:txBody>
          <a:bodyPr wrap="square" lIns="91440" tIns="45720" rIns="91440" bIns="45720" anchor="b" anchorCtr="0"/>
          <a:p>
            <a:pPr algn="ctr" defTabSz="914400">
              <a:buClrTx/>
              <a:buSzTx/>
              <a:buFontTx/>
              <a:buNone/>
            </a:pPr>
            <a:r>
              <a:rPr lang="en-US" altLang="zh-CN" sz="7200" b="1" kern="1200" dirty="0">
                <a:latin typeface="+mj-lt"/>
                <a:ea typeface="+mj-ea"/>
                <a:cs typeface="+mj-cs"/>
              </a:rPr>
              <a:t>Consumer Goods Ad-hoc Insights</a:t>
            </a:r>
            <a:endParaRPr lang="en-US" altLang="zh-CN" sz="7200" b="1" kern="1200" dirty="0">
              <a:latin typeface="+mj-lt"/>
              <a:ea typeface="+mj-ea"/>
              <a:cs typeface="+mj-cs"/>
            </a:endParaRPr>
          </a:p>
        </p:txBody>
      </p:sp>
      <p:sp>
        <p:nvSpPr>
          <p:cNvPr id="12290" name="副标题 3"/>
          <p:cNvSpPr>
            <a:spLocks noGrp="1"/>
          </p:cNvSpPr>
          <p:nvPr>
            <p:ph type="subTitle" idx="1"/>
          </p:nvPr>
        </p:nvSpPr>
        <p:spPr>
          <a:xfrm>
            <a:off x="7078345" y="4641850"/>
            <a:ext cx="3818255" cy="975995"/>
          </a:xfrm>
        </p:spPr>
        <p:txBody>
          <a:bodyPr wrap="square" lIns="91440" tIns="45720" rIns="91440" bIns="45720" anchor="t" anchorCtr="0"/>
          <a:p>
            <a:pPr defTabSz="914400">
              <a:buClrTx/>
              <a:buSzTx/>
            </a:pPr>
            <a:r>
              <a:rPr lang="en-US" altLang="zh-CN" b="1" kern="1200" dirty="0">
                <a:latin typeface="+mn-lt"/>
                <a:ea typeface="+mn-ea"/>
                <a:cs typeface="+mn-cs"/>
              </a:rPr>
              <a:t>SQL Project </a:t>
            </a:r>
            <a:endParaRPr lang="en-US" altLang="zh-CN" b="1" kern="1200" dirty="0">
              <a:latin typeface="+mn-lt"/>
              <a:ea typeface="+mn-ea"/>
              <a:cs typeface="+mn-cs"/>
            </a:endParaRPr>
          </a:p>
          <a:p>
            <a:pPr defTabSz="914400">
              <a:buClrTx/>
              <a:buSzTx/>
              <a:buFont typeface="Wingdings" panose="05000000000000000000" charset="0"/>
            </a:pPr>
            <a:r>
              <a:rPr lang="en-US" altLang="zh-CN" sz="1600" b="1" kern="1200" dirty="0">
                <a:latin typeface="+mn-lt"/>
                <a:ea typeface="+mn-ea"/>
                <a:cs typeface="+mn-cs"/>
              </a:rPr>
              <a:t>Presented by: Hari Naga Sree Lakshmi</a:t>
            </a:r>
            <a:endParaRPr lang="en-US" altLang="zh-CN" sz="1600" b="1" kern="1200" dirty="0">
              <a:latin typeface="+mn-lt"/>
              <a:ea typeface="+mn-ea"/>
              <a:cs typeface="+mn-cs"/>
            </a:endParaRPr>
          </a:p>
        </p:txBody>
      </p:sp>
      <p:pic>
        <p:nvPicPr>
          <p:cNvPr id="2" name="Picture 1" descr="atliq-a-logo-04"/>
          <p:cNvPicPr>
            <a:picLocks noChangeAspect="1"/>
          </p:cNvPicPr>
          <p:nvPr/>
        </p:nvPicPr>
        <p:blipFill>
          <a:blip r:embed="rId1"/>
          <a:stretch>
            <a:fillRect/>
          </a:stretch>
        </p:blipFill>
        <p:spPr>
          <a:xfrm>
            <a:off x="103505" y="116205"/>
            <a:ext cx="679450" cy="6178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838200" y="679450"/>
            <a:ext cx="10515600" cy="1011555"/>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4400" b="0" i="0" u="none" strike="noStrike" kern="1200" cap="none" spc="0" normalizeH="0" baseline="0" noProof="0" dirty="0">
                <a:ln>
                  <a:noFill/>
                </a:ln>
                <a:solidFill>
                  <a:schemeClr val="bg1"/>
                </a:solidFill>
                <a:effectLst/>
                <a:uLnTx/>
                <a:uFillTx/>
                <a:latin typeface="+mj-lt"/>
                <a:ea typeface="+mj-ea"/>
                <a:cs typeface="+mj-cs"/>
              </a:rPr>
              <a:t>AGENDA</a:t>
            </a:r>
            <a:endParaRPr kumimoji="0" lang="en-US" altLang="zh-CN" sz="4400" b="0" i="0" u="none" strike="noStrike" kern="1200" cap="none" spc="0" normalizeH="0" baseline="0" noProof="0" dirty="0">
              <a:ln>
                <a:noFill/>
              </a:ln>
              <a:solidFill>
                <a:schemeClr val="bg1"/>
              </a:solidFill>
              <a:effectLst/>
              <a:uLnTx/>
              <a:uFillTx/>
              <a:latin typeface="+mj-lt"/>
              <a:ea typeface="+mj-ea"/>
              <a:cs typeface="+mj-cs"/>
            </a:endParaRPr>
          </a:p>
        </p:txBody>
      </p:sp>
      <p:grpSp>
        <p:nvGrpSpPr>
          <p:cNvPr id="27651" name="组合 160"/>
          <p:cNvGrpSpPr/>
          <p:nvPr/>
        </p:nvGrpSpPr>
        <p:grpSpPr>
          <a:xfrm>
            <a:off x="1244600" y="2012950"/>
            <a:ext cx="3765550" cy="4187825"/>
            <a:chOff x="1244600" y="2013028"/>
            <a:chExt cx="3765176" cy="4187748"/>
          </a:xfrm>
        </p:grpSpPr>
        <p:sp>
          <p:nvSpPr>
            <p:cNvPr id="27652" name="Freeform 5"/>
            <p:cNvSpPr/>
            <p:nvPr/>
          </p:nvSpPr>
          <p:spPr>
            <a:xfrm>
              <a:off x="2411470" y="5251984"/>
              <a:ext cx="1467151" cy="948792"/>
            </a:xfrm>
            <a:custGeom>
              <a:avLst/>
              <a:gdLst/>
              <a:ahLst/>
              <a:cxnLst>
                <a:cxn ang="0">
                  <a:pos x="1291300" y="144203"/>
                </a:cxn>
                <a:cxn ang="0">
                  <a:pos x="924081" y="0"/>
                </a:cxn>
                <a:cxn ang="0">
                  <a:pos x="708577" y="216305"/>
                </a:cxn>
                <a:cxn ang="0">
                  <a:pos x="518934" y="36051"/>
                </a:cxn>
                <a:cxn ang="0">
                  <a:pos x="189643" y="180254"/>
                </a:cxn>
                <a:cxn ang="0">
                  <a:pos x="37929" y="948792"/>
                </a:cxn>
                <a:cxn ang="0">
                  <a:pos x="1467151" y="948792"/>
                </a:cxn>
                <a:cxn ang="0">
                  <a:pos x="1291300" y="144203"/>
                </a:cxn>
              </a:cxnLst>
              <a:pathLst>
                <a:path w="851" h="579">
                  <a:moveTo>
                    <a:pt x="749" y="88"/>
                  </a:moveTo>
                  <a:cubicBezTo>
                    <a:pt x="697" y="26"/>
                    <a:pt x="608" y="48"/>
                    <a:pt x="536" y="0"/>
                  </a:cubicBezTo>
                  <a:cubicBezTo>
                    <a:pt x="491" y="41"/>
                    <a:pt x="462" y="97"/>
                    <a:pt x="411" y="132"/>
                  </a:cubicBezTo>
                  <a:cubicBezTo>
                    <a:pt x="369" y="101"/>
                    <a:pt x="339" y="57"/>
                    <a:pt x="301" y="22"/>
                  </a:cubicBezTo>
                  <a:cubicBezTo>
                    <a:pt x="244" y="81"/>
                    <a:pt x="167" y="64"/>
                    <a:pt x="110" y="110"/>
                  </a:cubicBezTo>
                  <a:cubicBezTo>
                    <a:pt x="0" y="198"/>
                    <a:pt x="77" y="425"/>
                    <a:pt x="22" y="579"/>
                  </a:cubicBezTo>
                  <a:cubicBezTo>
                    <a:pt x="299" y="579"/>
                    <a:pt x="575" y="579"/>
                    <a:pt x="851" y="579"/>
                  </a:cubicBezTo>
                  <a:cubicBezTo>
                    <a:pt x="820" y="434"/>
                    <a:pt x="826" y="181"/>
                    <a:pt x="749" y="88"/>
                  </a:cubicBezTo>
                  <a:close/>
                </a:path>
              </a:pathLst>
            </a:custGeom>
            <a:solidFill>
              <a:srgbClr val="145F89"/>
            </a:solidFill>
            <a:ln w="9525">
              <a:noFill/>
            </a:ln>
          </p:spPr>
          <p:txBody>
            <a:bodyPr/>
            <a:p>
              <a:endParaRPr lang="en-US"/>
            </a:p>
          </p:txBody>
        </p:sp>
        <p:sp>
          <p:nvSpPr>
            <p:cNvPr id="27653" name="Freeform 6"/>
            <p:cNvSpPr/>
            <p:nvPr/>
          </p:nvSpPr>
          <p:spPr>
            <a:xfrm>
              <a:off x="2837111" y="4308867"/>
              <a:ext cx="560476" cy="689481"/>
            </a:xfrm>
            <a:custGeom>
              <a:avLst/>
              <a:gdLst/>
              <a:ahLst/>
              <a:cxnLst>
                <a:cxn ang="0">
                  <a:pos x="522536" y="329227"/>
                </a:cxn>
                <a:cxn ang="0">
                  <a:pos x="491494" y="172370"/>
                </a:cxn>
                <a:cxn ang="0">
                  <a:pos x="394920" y="174094"/>
                </a:cxn>
                <a:cxn ang="0">
                  <a:pos x="338010" y="117212"/>
                </a:cxn>
                <a:cxn ang="0">
                  <a:pos x="220741" y="36198"/>
                </a:cxn>
                <a:cxn ang="0">
                  <a:pos x="225915" y="132725"/>
                </a:cxn>
                <a:cxn ang="0">
                  <a:pos x="177628" y="132725"/>
                </a:cxn>
                <a:cxn ang="0">
                  <a:pos x="200047" y="179265"/>
                </a:cxn>
                <a:cxn ang="0">
                  <a:pos x="200047" y="179265"/>
                </a:cxn>
                <a:cxn ang="0">
                  <a:pos x="36215" y="353359"/>
                </a:cxn>
                <a:cxn ang="0">
                  <a:pos x="36215" y="353359"/>
                </a:cxn>
                <a:cxn ang="0">
                  <a:pos x="34491" y="356806"/>
                </a:cxn>
                <a:cxn ang="0">
                  <a:pos x="43114" y="625704"/>
                </a:cxn>
                <a:cxn ang="0">
                  <a:pos x="156933" y="360254"/>
                </a:cxn>
                <a:cxn ang="0">
                  <a:pos x="475973" y="436097"/>
                </a:cxn>
                <a:cxn ang="0">
                  <a:pos x="510464" y="689481"/>
                </a:cxn>
                <a:cxn ang="0">
                  <a:pos x="541506" y="506769"/>
                </a:cxn>
                <a:cxn ang="0">
                  <a:pos x="522536" y="329227"/>
                </a:cxn>
              </a:cxnLst>
              <a:pathLst>
                <a:path w="325" h="400">
                  <a:moveTo>
                    <a:pt x="303" y="191"/>
                  </a:moveTo>
                  <a:cubicBezTo>
                    <a:pt x="285" y="100"/>
                    <a:pt x="285" y="100"/>
                    <a:pt x="285" y="100"/>
                  </a:cubicBezTo>
                  <a:cubicBezTo>
                    <a:pt x="285" y="100"/>
                    <a:pt x="252" y="84"/>
                    <a:pt x="229" y="101"/>
                  </a:cubicBezTo>
                  <a:cubicBezTo>
                    <a:pt x="224" y="105"/>
                    <a:pt x="214" y="73"/>
                    <a:pt x="196" y="68"/>
                  </a:cubicBezTo>
                  <a:cubicBezTo>
                    <a:pt x="196" y="68"/>
                    <a:pt x="136" y="42"/>
                    <a:pt x="128" y="21"/>
                  </a:cubicBezTo>
                  <a:cubicBezTo>
                    <a:pt x="121" y="0"/>
                    <a:pt x="115" y="67"/>
                    <a:pt x="131" y="77"/>
                  </a:cubicBezTo>
                  <a:cubicBezTo>
                    <a:pt x="147" y="88"/>
                    <a:pt x="111" y="87"/>
                    <a:pt x="103" y="77"/>
                  </a:cubicBezTo>
                  <a:cubicBezTo>
                    <a:pt x="94" y="67"/>
                    <a:pt x="119" y="101"/>
                    <a:pt x="116" y="104"/>
                  </a:cubicBezTo>
                  <a:cubicBezTo>
                    <a:pt x="116" y="104"/>
                    <a:pt x="116" y="104"/>
                    <a:pt x="116" y="104"/>
                  </a:cubicBezTo>
                  <a:cubicBezTo>
                    <a:pt x="75" y="129"/>
                    <a:pt x="40" y="162"/>
                    <a:pt x="21" y="205"/>
                  </a:cubicBezTo>
                  <a:cubicBezTo>
                    <a:pt x="21" y="205"/>
                    <a:pt x="21" y="205"/>
                    <a:pt x="21" y="205"/>
                  </a:cubicBezTo>
                  <a:cubicBezTo>
                    <a:pt x="20" y="206"/>
                    <a:pt x="20" y="206"/>
                    <a:pt x="20" y="207"/>
                  </a:cubicBezTo>
                  <a:cubicBezTo>
                    <a:pt x="2" y="249"/>
                    <a:pt x="0" y="300"/>
                    <a:pt x="25" y="363"/>
                  </a:cubicBezTo>
                  <a:cubicBezTo>
                    <a:pt x="39" y="290"/>
                    <a:pt x="20" y="231"/>
                    <a:pt x="91" y="209"/>
                  </a:cubicBezTo>
                  <a:cubicBezTo>
                    <a:pt x="127" y="198"/>
                    <a:pt x="285" y="190"/>
                    <a:pt x="276" y="253"/>
                  </a:cubicBezTo>
                  <a:cubicBezTo>
                    <a:pt x="267" y="316"/>
                    <a:pt x="253" y="348"/>
                    <a:pt x="296" y="400"/>
                  </a:cubicBezTo>
                  <a:cubicBezTo>
                    <a:pt x="316" y="360"/>
                    <a:pt x="289" y="379"/>
                    <a:pt x="314" y="294"/>
                  </a:cubicBezTo>
                  <a:cubicBezTo>
                    <a:pt x="325" y="258"/>
                    <a:pt x="319" y="223"/>
                    <a:pt x="303" y="191"/>
                  </a:cubicBezTo>
                  <a:close/>
                </a:path>
              </a:pathLst>
            </a:custGeom>
            <a:solidFill>
              <a:srgbClr val="145F89"/>
            </a:solidFill>
            <a:ln w="9525">
              <a:noFill/>
            </a:ln>
          </p:spPr>
          <p:txBody>
            <a:bodyPr/>
            <a:p>
              <a:endParaRPr lang="en-US"/>
            </a:p>
          </p:txBody>
        </p:sp>
        <p:sp>
          <p:nvSpPr>
            <p:cNvPr id="27654" name="Freeform 7"/>
            <p:cNvSpPr>
              <a:spLocks noEditPoints="1"/>
            </p:cNvSpPr>
            <p:nvPr/>
          </p:nvSpPr>
          <p:spPr>
            <a:xfrm>
              <a:off x="2523710" y="3798681"/>
              <a:ext cx="242703" cy="193142"/>
            </a:xfrm>
            <a:custGeom>
              <a:avLst/>
              <a:gdLst/>
              <a:ahLst/>
              <a:cxnLst>
                <a:cxn ang="0">
                  <a:pos x="242703" y="68979"/>
                </a:cxn>
                <a:cxn ang="0">
                  <a:pos x="216884" y="43112"/>
                </a:cxn>
                <a:cxn ang="0">
                  <a:pos x="194507" y="0"/>
                </a:cxn>
                <a:cxn ang="0">
                  <a:pos x="46475" y="0"/>
                </a:cxn>
                <a:cxn ang="0">
                  <a:pos x="24098" y="43112"/>
                </a:cxn>
                <a:cxn ang="0">
                  <a:pos x="0" y="68979"/>
                </a:cxn>
                <a:cxn ang="0">
                  <a:pos x="0" y="148305"/>
                </a:cxn>
                <a:cxn ang="0">
                  <a:pos x="0" y="153479"/>
                </a:cxn>
                <a:cxn ang="0">
                  <a:pos x="0" y="181071"/>
                </a:cxn>
                <a:cxn ang="0">
                  <a:pos x="10328" y="193142"/>
                </a:cxn>
                <a:cxn ang="0">
                  <a:pos x="46475" y="193142"/>
                </a:cxn>
                <a:cxn ang="0">
                  <a:pos x="56803" y="181071"/>
                </a:cxn>
                <a:cxn ang="0">
                  <a:pos x="56803" y="153479"/>
                </a:cxn>
                <a:cxn ang="0">
                  <a:pos x="184179" y="153479"/>
                </a:cxn>
                <a:cxn ang="0">
                  <a:pos x="184179" y="181071"/>
                </a:cxn>
                <a:cxn ang="0">
                  <a:pos x="196228" y="193142"/>
                </a:cxn>
                <a:cxn ang="0">
                  <a:pos x="230654" y="193142"/>
                </a:cxn>
                <a:cxn ang="0">
                  <a:pos x="242703" y="181071"/>
                </a:cxn>
                <a:cxn ang="0">
                  <a:pos x="242703" y="153479"/>
                </a:cxn>
                <a:cxn ang="0">
                  <a:pos x="242703" y="68979"/>
                </a:cxn>
                <a:cxn ang="0">
                  <a:pos x="60245" y="15520"/>
                </a:cxn>
                <a:cxn ang="0">
                  <a:pos x="180736" y="15520"/>
                </a:cxn>
                <a:cxn ang="0">
                  <a:pos x="201392" y="55183"/>
                </a:cxn>
                <a:cxn ang="0">
                  <a:pos x="39590" y="55183"/>
                </a:cxn>
                <a:cxn ang="0">
                  <a:pos x="60245" y="15520"/>
                </a:cxn>
                <a:cxn ang="0">
                  <a:pos x="68852" y="134510"/>
                </a:cxn>
                <a:cxn ang="0">
                  <a:pos x="20656" y="134510"/>
                </a:cxn>
                <a:cxn ang="0">
                  <a:pos x="20656" y="108642"/>
                </a:cxn>
                <a:cxn ang="0">
                  <a:pos x="68852" y="108642"/>
                </a:cxn>
                <a:cxn ang="0">
                  <a:pos x="68852" y="134510"/>
                </a:cxn>
                <a:cxn ang="0">
                  <a:pos x="220326" y="134510"/>
                </a:cxn>
                <a:cxn ang="0">
                  <a:pos x="172130" y="134510"/>
                </a:cxn>
                <a:cxn ang="0">
                  <a:pos x="172130" y="108642"/>
                </a:cxn>
                <a:cxn ang="0">
                  <a:pos x="220326" y="108642"/>
                </a:cxn>
                <a:cxn ang="0">
                  <a:pos x="220326" y="134510"/>
                </a:cxn>
              </a:cxnLst>
              <a:pathLst>
                <a:path w="141" h="112">
                  <a:moveTo>
                    <a:pt x="141" y="40"/>
                  </a:moveTo>
                  <a:cubicBezTo>
                    <a:pt x="126" y="25"/>
                    <a:pt x="126" y="25"/>
                    <a:pt x="126" y="25"/>
                  </a:cubicBezTo>
                  <a:cubicBezTo>
                    <a:pt x="113" y="0"/>
                    <a:pt x="113" y="0"/>
                    <a:pt x="113" y="0"/>
                  </a:cubicBezTo>
                  <a:cubicBezTo>
                    <a:pt x="27" y="0"/>
                    <a:pt x="27" y="0"/>
                    <a:pt x="27" y="0"/>
                  </a:cubicBezTo>
                  <a:cubicBezTo>
                    <a:pt x="14" y="25"/>
                    <a:pt x="14" y="25"/>
                    <a:pt x="14" y="25"/>
                  </a:cubicBezTo>
                  <a:cubicBezTo>
                    <a:pt x="0" y="40"/>
                    <a:pt x="0" y="40"/>
                    <a:pt x="0" y="40"/>
                  </a:cubicBezTo>
                  <a:cubicBezTo>
                    <a:pt x="0" y="86"/>
                    <a:pt x="0" y="86"/>
                    <a:pt x="0" y="86"/>
                  </a:cubicBezTo>
                  <a:cubicBezTo>
                    <a:pt x="0" y="89"/>
                    <a:pt x="0" y="89"/>
                    <a:pt x="0" y="89"/>
                  </a:cubicBezTo>
                  <a:cubicBezTo>
                    <a:pt x="0" y="105"/>
                    <a:pt x="0" y="105"/>
                    <a:pt x="0" y="105"/>
                  </a:cubicBezTo>
                  <a:cubicBezTo>
                    <a:pt x="0" y="109"/>
                    <a:pt x="2" y="112"/>
                    <a:pt x="6" y="112"/>
                  </a:cubicBezTo>
                  <a:cubicBezTo>
                    <a:pt x="27" y="112"/>
                    <a:pt x="27" y="112"/>
                    <a:pt x="27" y="112"/>
                  </a:cubicBezTo>
                  <a:cubicBezTo>
                    <a:pt x="30" y="112"/>
                    <a:pt x="33" y="109"/>
                    <a:pt x="33" y="105"/>
                  </a:cubicBezTo>
                  <a:cubicBezTo>
                    <a:pt x="33" y="89"/>
                    <a:pt x="33" y="89"/>
                    <a:pt x="33" y="89"/>
                  </a:cubicBezTo>
                  <a:cubicBezTo>
                    <a:pt x="107" y="89"/>
                    <a:pt x="107" y="89"/>
                    <a:pt x="107" y="89"/>
                  </a:cubicBezTo>
                  <a:cubicBezTo>
                    <a:pt x="107" y="105"/>
                    <a:pt x="107" y="105"/>
                    <a:pt x="107" y="105"/>
                  </a:cubicBezTo>
                  <a:cubicBezTo>
                    <a:pt x="107" y="109"/>
                    <a:pt x="110" y="112"/>
                    <a:pt x="114" y="112"/>
                  </a:cubicBezTo>
                  <a:cubicBezTo>
                    <a:pt x="134" y="112"/>
                    <a:pt x="134" y="112"/>
                    <a:pt x="134" y="112"/>
                  </a:cubicBezTo>
                  <a:cubicBezTo>
                    <a:pt x="138" y="112"/>
                    <a:pt x="141" y="109"/>
                    <a:pt x="141" y="105"/>
                  </a:cubicBezTo>
                  <a:cubicBezTo>
                    <a:pt x="141" y="89"/>
                    <a:pt x="141" y="89"/>
                    <a:pt x="141" y="89"/>
                  </a:cubicBezTo>
                  <a:lnTo>
                    <a:pt x="141" y="40"/>
                  </a:lnTo>
                  <a:close/>
                  <a:moveTo>
                    <a:pt x="35" y="9"/>
                  </a:moveTo>
                  <a:cubicBezTo>
                    <a:pt x="105" y="9"/>
                    <a:pt x="105" y="9"/>
                    <a:pt x="105" y="9"/>
                  </a:cubicBezTo>
                  <a:cubicBezTo>
                    <a:pt x="117" y="32"/>
                    <a:pt x="117" y="32"/>
                    <a:pt x="117" y="32"/>
                  </a:cubicBezTo>
                  <a:cubicBezTo>
                    <a:pt x="23" y="32"/>
                    <a:pt x="23" y="32"/>
                    <a:pt x="23" y="32"/>
                  </a:cubicBezTo>
                  <a:lnTo>
                    <a:pt x="35" y="9"/>
                  </a:lnTo>
                  <a:close/>
                  <a:moveTo>
                    <a:pt x="40" y="78"/>
                  </a:moveTo>
                  <a:cubicBezTo>
                    <a:pt x="12" y="78"/>
                    <a:pt x="12" y="78"/>
                    <a:pt x="12" y="78"/>
                  </a:cubicBezTo>
                  <a:cubicBezTo>
                    <a:pt x="12" y="63"/>
                    <a:pt x="12" y="63"/>
                    <a:pt x="12" y="63"/>
                  </a:cubicBezTo>
                  <a:cubicBezTo>
                    <a:pt x="40" y="63"/>
                    <a:pt x="40" y="63"/>
                    <a:pt x="40" y="63"/>
                  </a:cubicBezTo>
                  <a:lnTo>
                    <a:pt x="40" y="78"/>
                  </a:lnTo>
                  <a:close/>
                  <a:moveTo>
                    <a:pt x="128" y="78"/>
                  </a:moveTo>
                  <a:cubicBezTo>
                    <a:pt x="100" y="78"/>
                    <a:pt x="100" y="78"/>
                    <a:pt x="100" y="78"/>
                  </a:cubicBezTo>
                  <a:cubicBezTo>
                    <a:pt x="100" y="63"/>
                    <a:pt x="100" y="63"/>
                    <a:pt x="100" y="63"/>
                  </a:cubicBezTo>
                  <a:cubicBezTo>
                    <a:pt x="128" y="63"/>
                    <a:pt x="128" y="63"/>
                    <a:pt x="128" y="63"/>
                  </a:cubicBezTo>
                  <a:lnTo>
                    <a:pt x="128" y="78"/>
                  </a:lnTo>
                  <a:close/>
                </a:path>
              </a:pathLst>
            </a:custGeom>
            <a:solidFill>
              <a:srgbClr val="FE4B24"/>
            </a:solidFill>
            <a:ln w="9525">
              <a:noFill/>
            </a:ln>
          </p:spPr>
          <p:txBody>
            <a:bodyPr/>
            <a:p>
              <a:endParaRPr lang="en-US"/>
            </a:p>
          </p:txBody>
        </p:sp>
        <p:grpSp>
          <p:nvGrpSpPr>
            <p:cNvPr id="3" name="组合 2"/>
            <p:cNvGrpSpPr/>
            <p:nvPr/>
          </p:nvGrpSpPr>
          <p:grpSpPr>
            <a:xfrm>
              <a:off x="3478488" y="3860632"/>
              <a:ext cx="260195" cy="171277"/>
              <a:chOff x="3478488" y="3860632"/>
              <a:chExt cx="260195" cy="171277"/>
            </a:xfrm>
            <a:solidFill>
              <a:srgbClr val="FE4B24"/>
            </a:solidFill>
          </p:grpSpPr>
          <p:sp>
            <p:nvSpPr>
              <p:cNvPr id="8" name="Freeform 8"/>
              <p:cNvSpPr/>
              <p:nvPr/>
            </p:nvSpPr>
            <p:spPr bwMode="auto">
              <a:xfrm>
                <a:off x="3528778" y="3967771"/>
                <a:ext cx="70698" cy="64138"/>
              </a:xfrm>
              <a:custGeom>
                <a:avLst/>
                <a:gdLst>
                  <a:gd name="T0" fmla="*/ 32 w 41"/>
                  <a:gd name="T1" fmla="*/ 0 h 37"/>
                  <a:gd name="T2" fmla="*/ 15 w 41"/>
                  <a:gd name="T3" fmla="*/ 5 h 37"/>
                  <a:gd name="T4" fmla="*/ 9 w 41"/>
                  <a:gd name="T5" fmla="*/ 5 h 37"/>
                  <a:gd name="T6" fmla="*/ 9 w 41"/>
                  <a:gd name="T7" fmla="*/ 5 h 37"/>
                  <a:gd name="T8" fmla="*/ 6 w 41"/>
                  <a:gd name="T9" fmla="*/ 31 h 37"/>
                  <a:gd name="T10" fmla="*/ 31 w 41"/>
                  <a:gd name="T11" fmla="*/ 27 h 37"/>
                  <a:gd name="T12" fmla="*/ 35 w 41"/>
                  <a:gd name="T13" fmla="*/ 2 h 37"/>
                  <a:gd name="T14" fmla="*/ 32 w 41"/>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7">
                    <a:moveTo>
                      <a:pt x="32" y="0"/>
                    </a:moveTo>
                    <a:cubicBezTo>
                      <a:pt x="27" y="3"/>
                      <a:pt x="21" y="5"/>
                      <a:pt x="15" y="5"/>
                    </a:cubicBezTo>
                    <a:cubicBezTo>
                      <a:pt x="13" y="5"/>
                      <a:pt x="11" y="5"/>
                      <a:pt x="9" y="5"/>
                    </a:cubicBezTo>
                    <a:cubicBezTo>
                      <a:pt x="9" y="5"/>
                      <a:pt x="9" y="5"/>
                      <a:pt x="9" y="5"/>
                    </a:cubicBezTo>
                    <a:cubicBezTo>
                      <a:pt x="1" y="13"/>
                      <a:pt x="0" y="24"/>
                      <a:pt x="6" y="31"/>
                    </a:cubicBezTo>
                    <a:cubicBezTo>
                      <a:pt x="12" y="37"/>
                      <a:pt x="23" y="35"/>
                      <a:pt x="31" y="27"/>
                    </a:cubicBezTo>
                    <a:cubicBezTo>
                      <a:pt x="39" y="19"/>
                      <a:pt x="41" y="8"/>
                      <a:pt x="35" y="2"/>
                    </a:cubicBezTo>
                    <a:cubicBezTo>
                      <a:pt x="34" y="1"/>
                      <a:pt x="33" y="0"/>
                      <a:pt x="32" y="0"/>
                    </a:cubicBezTo>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 name="Freeform 9"/>
              <p:cNvSpPr/>
              <p:nvPr/>
            </p:nvSpPr>
            <p:spPr bwMode="auto">
              <a:xfrm>
                <a:off x="3478488" y="3860632"/>
                <a:ext cx="124631" cy="108596"/>
              </a:xfrm>
              <a:custGeom>
                <a:avLst/>
                <a:gdLst>
                  <a:gd name="T0" fmla="*/ 17 w 72"/>
                  <a:gd name="T1" fmla="*/ 51 h 63"/>
                  <a:gd name="T2" fmla="*/ 43 w 72"/>
                  <a:gd name="T3" fmla="*/ 63 h 63"/>
                  <a:gd name="T4" fmla="*/ 44 w 72"/>
                  <a:gd name="T5" fmla="*/ 63 h 63"/>
                  <a:gd name="T6" fmla="*/ 56 w 72"/>
                  <a:gd name="T7" fmla="*/ 60 h 63"/>
                  <a:gd name="T8" fmla="*/ 61 w 72"/>
                  <a:gd name="T9" fmla="*/ 57 h 63"/>
                  <a:gd name="T10" fmla="*/ 55 w 72"/>
                  <a:gd name="T11" fmla="*/ 12 h 63"/>
                  <a:gd name="T12" fmla="*/ 28 w 72"/>
                  <a:gd name="T13" fmla="*/ 0 h 63"/>
                  <a:gd name="T14" fmla="*/ 11 w 72"/>
                  <a:gd name="T15" fmla="*/ 7 h 63"/>
                  <a:gd name="T16" fmla="*/ 17 w 72"/>
                  <a:gd name="T17" fmla="*/ 5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63">
                    <a:moveTo>
                      <a:pt x="17" y="51"/>
                    </a:moveTo>
                    <a:cubicBezTo>
                      <a:pt x="24" y="59"/>
                      <a:pt x="34" y="63"/>
                      <a:pt x="43" y="63"/>
                    </a:cubicBezTo>
                    <a:cubicBezTo>
                      <a:pt x="43" y="63"/>
                      <a:pt x="43" y="63"/>
                      <a:pt x="44" y="63"/>
                    </a:cubicBezTo>
                    <a:cubicBezTo>
                      <a:pt x="48" y="63"/>
                      <a:pt x="53" y="62"/>
                      <a:pt x="56" y="60"/>
                    </a:cubicBezTo>
                    <a:cubicBezTo>
                      <a:pt x="58" y="59"/>
                      <a:pt x="60" y="58"/>
                      <a:pt x="61" y="57"/>
                    </a:cubicBezTo>
                    <a:cubicBezTo>
                      <a:pt x="72" y="46"/>
                      <a:pt x="69" y="26"/>
                      <a:pt x="55" y="12"/>
                    </a:cubicBezTo>
                    <a:cubicBezTo>
                      <a:pt x="47" y="4"/>
                      <a:pt x="37" y="0"/>
                      <a:pt x="28" y="0"/>
                    </a:cubicBezTo>
                    <a:cubicBezTo>
                      <a:pt x="21" y="0"/>
                      <a:pt x="15" y="2"/>
                      <a:pt x="11" y="7"/>
                    </a:cubicBezTo>
                    <a:cubicBezTo>
                      <a:pt x="0" y="17"/>
                      <a:pt x="3" y="37"/>
                      <a:pt x="17" y="51"/>
                    </a:cubicBezTo>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0" name="Freeform 10"/>
              <p:cNvSpPr/>
              <p:nvPr/>
            </p:nvSpPr>
            <p:spPr bwMode="auto">
              <a:xfrm>
                <a:off x="3619882" y="3967771"/>
                <a:ext cx="70698" cy="64138"/>
              </a:xfrm>
              <a:custGeom>
                <a:avLst/>
                <a:gdLst>
                  <a:gd name="T0" fmla="*/ 35 w 41"/>
                  <a:gd name="T1" fmla="*/ 31 h 37"/>
                  <a:gd name="T2" fmla="*/ 32 w 41"/>
                  <a:gd name="T3" fmla="*/ 5 h 37"/>
                  <a:gd name="T4" fmla="*/ 31 w 41"/>
                  <a:gd name="T5" fmla="*/ 5 h 37"/>
                  <a:gd name="T6" fmla="*/ 26 w 41"/>
                  <a:gd name="T7" fmla="*/ 5 h 37"/>
                  <a:gd name="T8" fmla="*/ 9 w 41"/>
                  <a:gd name="T9" fmla="*/ 0 h 37"/>
                  <a:gd name="T10" fmla="*/ 6 w 41"/>
                  <a:gd name="T11" fmla="*/ 2 h 37"/>
                  <a:gd name="T12" fmla="*/ 9 w 41"/>
                  <a:gd name="T13" fmla="*/ 27 h 37"/>
                  <a:gd name="T14" fmla="*/ 35 w 41"/>
                  <a:gd name="T15" fmla="*/ 3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7">
                    <a:moveTo>
                      <a:pt x="35" y="31"/>
                    </a:moveTo>
                    <a:cubicBezTo>
                      <a:pt x="41" y="24"/>
                      <a:pt x="40" y="13"/>
                      <a:pt x="32" y="5"/>
                    </a:cubicBezTo>
                    <a:cubicBezTo>
                      <a:pt x="32" y="5"/>
                      <a:pt x="31" y="5"/>
                      <a:pt x="31" y="5"/>
                    </a:cubicBezTo>
                    <a:cubicBezTo>
                      <a:pt x="29" y="5"/>
                      <a:pt x="28" y="5"/>
                      <a:pt x="26" y="5"/>
                    </a:cubicBezTo>
                    <a:cubicBezTo>
                      <a:pt x="19" y="5"/>
                      <a:pt x="13" y="3"/>
                      <a:pt x="9" y="0"/>
                    </a:cubicBezTo>
                    <a:cubicBezTo>
                      <a:pt x="8" y="0"/>
                      <a:pt x="7" y="1"/>
                      <a:pt x="6" y="2"/>
                    </a:cubicBezTo>
                    <a:cubicBezTo>
                      <a:pt x="0" y="8"/>
                      <a:pt x="1" y="19"/>
                      <a:pt x="9" y="27"/>
                    </a:cubicBezTo>
                    <a:cubicBezTo>
                      <a:pt x="17" y="35"/>
                      <a:pt x="29" y="37"/>
                      <a:pt x="35" y="31"/>
                    </a:cubicBezTo>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1" name="Freeform 11"/>
              <p:cNvSpPr/>
              <p:nvPr/>
            </p:nvSpPr>
            <p:spPr bwMode="auto">
              <a:xfrm>
                <a:off x="3616238" y="3860632"/>
                <a:ext cx="122445" cy="108596"/>
              </a:xfrm>
              <a:custGeom>
                <a:avLst/>
                <a:gdLst>
                  <a:gd name="T0" fmla="*/ 61 w 71"/>
                  <a:gd name="T1" fmla="*/ 7 h 63"/>
                  <a:gd name="T2" fmla="*/ 44 w 71"/>
                  <a:gd name="T3" fmla="*/ 0 h 63"/>
                  <a:gd name="T4" fmla="*/ 16 w 71"/>
                  <a:gd name="T5" fmla="*/ 13 h 63"/>
                  <a:gd name="T6" fmla="*/ 11 w 71"/>
                  <a:gd name="T7" fmla="*/ 57 h 63"/>
                  <a:gd name="T8" fmla="*/ 15 w 71"/>
                  <a:gd name="T9" fmla="*/ 60 h 63"/>
                  <a:gd name="T10" fmla="*/ 28 w 71"/>
                  <a:gd name="T11" fmla="*/ 63 h 63"/>
                  <a:gd name="T12" fmla="*/ 29 w 71"/>
                  <a:gd name="T13" fmla="*/ 63 h 63"/>
                  <a:gd name="T14" fmla="*/ 55 w 71"/>
                  <a:gd name="T15" fmla="*/ 51 h 63"/>
                  <a:gd name="T16" fmla="*/ 61 w 71"/>
                  <a:gd name="T17" fmla="*/ 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63">
                    <a:moveTo>
                      <a:pt x="61" y="7"/>
                    </a:moveTo>
                    <a:cubicBezTo>
                      <a:pt x="56" y="2"/>
                      <a:pt x="50" y="0"/>
                      <a:pt x="44" y="0"/>
                    </a:cubicBezTo>
                    <a:cubicBezTo>
                      <a:pt x="35" y="0"/>
                      <a:pt x="24" y="4"/>
                      <a:pt x="16" y="13"/>
                    </a:cubicBezTo>
                    <a:cubicBezTo>
                      <a:pt x="3" y="26"/>
                      <a:pt x="0" y="46"/>
                      <a:pt x="11" y="57"/>
                    </a:cubicBezTo>
                    <a:cubicBezTo>
                      <a:pt x="12" y="58"/>
                      <a:pt x="14" y="59"/>
                      <a:pt x="15" y="60"/>
                    </a:cubicBezTo>
                    <a:cubicBezTo>
                      <a:pt x="19" y="62"/>
                      <a:pt x="23" y="63"/>
                      <a:pt x="28" y="63"/>
                    </a:cubicBezTo>
                    <a:cubicBezTo>
                      <a:pt x="28" y="63"/>
                      <a:pt x="29" y="63"/>
                      <a:pt x="29" y="63"/>
                    </a:cubicBezTo>
                    <a:cubicBezTo>
                      <a:pt x="38" y="63"/>
                      <a:pt x="47" y="59"/>
                      <a:pt x="55" y="51"/>
                    </a:cubicBezTo>
                    <a:cubicBezTo>
                      <a:pt x="69" y="37"/>
                      <a:pt x="71" y="17"/>
                      <a:pt x="61" y="7"/>
                    </a:cubicBezTo>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12" name="Freeform 12"/>
              <p:cNvSpPr/>
              <p:nvPr/>
            </p:nvSpPr>
            <p:spPr bwMode="auto">
              <a:xfrm>
                <a:off x="3587085" y="3869378"/>
                <a:ext cx="43001" cy="153785"/>
              </a:xfrm>
              <a:custGeom>
                <a:avLst/>
                <a:gdLst>
                  <a:gd name="T0" fmla="*/ 23 w 25"/>
                  <a:gd name="T1" fmla="*/ 4 h 89"/>
                  <a:gd name="T2" fmla="*/ 21 w 25"/>
                  <a:gd name="T3" fmla="*/ 2 h 89"/>
                  <a:gd name="T4" fmla="*/ 15 w 25"/>
                  <a:gd name="T5" fmla="*/ 10 h 89"/>
                  <a:gd name="T6" fmla="*/ 13 w 25"/>
                  <a:gd name="T7" fmla="*/ 10 h 89"/>
                  <a:gd name="T8" fmla="*/ 11 w 25"/>
                  <a:gd name="T9" fmla="*/ 10 h 89"/>
                  <a:gd name="T10" fmla="*/ 5 w 25"/>
                  <a:gd name="T11" fmla="*/ 2 h 89"/>
                  <a:gd name="T12" fmla="*/ 2 w 25"/>
                  <a:gd name="T13" fmla="*/ 4 h 89"/>
                  <a:gd name="T14" fmla="*/ 8 w 25"/>
                  <a:gd name="T15" fmla="*/ 13 h 89"/>
                  <a:gd name="T16" fmla="*/ 7 w 25"/>
                  <a:gd name="T17" fmla="*/ 15 h 89"/>
                  <a:gd name="T18" fmla="*/ 7 w 25"/>
                  <a:gd name="T19" fmla="*/ 27 h 89"/>
                  <a:gd name="T20" fmla="*/ 7 w 25"/>
                  <a:gd name="T21" fmla="*/ 42 h 89"/>
                  <a:gd name="T22" fmla="*/ 7 w 25"/>
                  <a:gd name="T23" fmla="*/ 84 h 89"/>
                  <a:gd name="T24" fmla="*/ 13 w 25"/>
                  <a:gd name="T25" fmla="*/ 89 h 89"/>
                  <a:gd name="T26" fmla="*/ 18 w 25"/>
                  <a:gd name="T27" fmla="*/ 84 h 89"/>
                  <a:gd name="T28" fmla="*/ 18 w 25"/>
                  <a:gd name="T29" fmla="*/ 42 h 89"/>
                  <a:gd name="T30" fmla="*/ 18 w 25"/>
                  <a:gd name="T31" fmla="*/ 27 h 89"/>
                  <a:gd name="T32" fmla="*/ 18 w 25"/>
                  <a:gd name="T33" fmla="*/ 15 h 89"/>
                  <a:gd name="T34" fmla="*/ 18 w 25"/>
                  <a:gd name="T35" fmla="*/ 13 h 89"/>
                  <a:gd name="T36" fmla="*/ 23 w 25"/>
                  <a:gd name="T37" fmla="*/ 4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9">
                    <a:moveTo>
                      <a:pt x="23" y="4"/>
                    </a:moveTo>
                    <a:cubicBezTo>
                      <a:pt x="25" y="3"/>
                      <a:pt x="23" y="0"/>
                      <a:pt x="21" y="2"/>
                    </a:cubicBezTo>
                    <a:cubicBezTo>
                      <a:pt x="18" y="4"/>
                      <a:pt x="16" y="7"/>
                      <a:pt x="15" y="10"/>
                    </a:cubicBezTo>
                    <a:cubicBezTo>
                      <a:pt x="14" y="10"/>
                      <a:pt x="13" y="10"/>
                      <a:pt x="13" y="10"/>
                    </a:cubicBezTo>
                    <a:cubicBezTo>
                      <a:pt x="12" y="10"/>
                      <a:pt x="12" y="10"/>
                      <a:pt x="11" y="10"/>
                    </a:cubicBezTo>
                    <a:cubicBezTo>
                      <a:pt x="10" y="7"/>
                      <a:pt x="7" y="4"/>
                      <a:pt x="5" y="2"/>
                    </a:cubicBezTo>
                    <a:cubicBezTo>
                      <a:pt x="3" y="0"/>
                      <a:pt x="0" y="3"/>
                      <a:pt x="2" y="4"/>
                    </a:cubicBezTo>
                    <a:cubicBezTo>
                      <a:pt x="5" y="7"/>
                      <a:pt x="7" y="10"/>
                      <a:pt x="8" y="13"/>
                    </a:cubicBezTo>
                    <a:cubicBezTo>
                      <a:pt x="8" y="14"/>
                      <a:pt x="7" y="14"/>
                      <a:pt x="7" y="15"/>
                    </a:cubicBezTo>
                    <a:cubicBezTo>
                      <a:pt x="7" y="27"/>
                      <a:pt x="7" y="27"/>
                      <a:pt x="7" y="27"/>
                    </a:cubicBezTo>
                    <a:cubicBezTo>
                      <a:pt x="7" y="42"/>
                      <a:pt x="7" y="42"/>
                      <a:pt x="7" y="42"/>
                    </a:cubicBezTo>
                    <a:cubicBezTo>
                      <a:pt x="7" y="84"/>
                      <a:pt x="7" y="84"/>
                      <a:pt x="7" y="84"/>
                    </a:cubicBezTo>
                    <a:cubicBezTo>
                      <a:pt x="7" y="87"/>
                      <a:pt x="10" y="89"/>
                      <a:pt x="13" y="89"/>
                    </a:cubicBezTo>
                    <a:cubicBezTo>
                      <a:pt x="16" y="89"/>
                      <a:pt x="18" y="87"/>
                      <a:pt x="18" y="84"/>
                    </a:cubicBezTo>
                    <a:cubicBezTo>
                      <a:pt x="18" y="42"/>
                      <a:pt x="18" y="42"/>
                      <a:pt x="18" y="42"/>
                    </a:cubicBezTo>
                    <a:cubicBezTo>
                      <a:pt x="18" y="27"/>
                      <a:pt x="18" y="27"/>
                      <a:pt x="18" y="27"/>
                    </a:cubicBezTo>
                    <a:cubicBezTo>
                      <a:pt x="18" y="15"/>
                      <a:pt x="18" y="15"/>
                      <a:pt x="18" y="15"/>
                    </a:cubicBezTo>
                    <a:cubicBezTo>
                      <a:pt x="18" y="14"/>
                      <a:pt x="18" y="14"/>
                      <a:pt x="18" y="13"/>
                    </a:cubicBezTo>
                    <a:cubicBezTo>
                      <a:pt x="19" y="10"/>
                      <a:pt x="21" y="7"/>
                      <a:pt x="23" y="4"/>
                    </a:cubicBezTo>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sp>
          <p:nvSpPr>
            <p:cNvPr id="27656" name="Freeform 13"/>
            <p:cNvSpPr>
              <a:spLocks noEditPoints="1"/>
            </p:cNvSpPr>
            <p:nvPr/>
          </p:nvSpPr>
          <p:spPr>
            <a:xfrm>
              <a:off x="2527354" y="3626675"/>
              <a:ext cx="295908" cy="27696"/>
            </a:xfrm>
            <a:custGeom>
              <a:avLst/>
              <a:gdLst/>
              <a:ahLst/>
              <a:cxnLst>
                <a:cxn ang="0">
                  <a:pos x="295908" y="0"/>
                </a:cxn>
                <a:cxn ang="0">
                  <a:pos x="0" y="0"/>
                </a:cxn>
                <a:cxn ang="0">
                  <a:pos x="0" y="27696"/>
                </a:cxn>
                <a:cxn ang="0">
                  <a:pos x="295908" y="27696"/>
                </a:cxn>
                <a:cxn ang="0">
                  <a:pos x="295908" y="0"/>
                </a:cxn>
                <a:cxn ang="0">
                  <a:pos x="284247" y="16763"/>
                </a:cxn>
                <a:cxn ang="0">
                  <a:pos x="260195" y="16763"/>
                </a:cxn>
                <a:cxn ang="0">
                  <a:pos x="260195" y="10204"/>
                </a:cxn>
                <a:cxn ang="0">
                  <a:pos x="284247" y="10204"/>
                </a:cxn>
                <a:cxn ang="0">
                  <a:pos x="284247" y="16763"/>
                </a:cxn>
              </a:cxnLst>
              <a:pathLst>
                <a:path w="406" h="38">
                  <a:moveTo>
                    <a:pt x="406" y="0"/>
                  </a:moveTo>
                  <a:lnTo>
                    <a:pt x="0" y="0"/>
                  </a:lnTo>
                  <a:lnTo>
                    <a:pt x="0" y="38"/>
                  </a:lnTo>
                  <a:lnTo>
                    <a:pt x="406" y="38"/>
                  </a:lnTo>
                  <a:lnTo>
                    <a:pt x="406" y="0"/>
                  </a:lnTo>
                  <a:close/>
                  <a:moveTo>
                    <a:pt x="390" y="23"/>
                  </a:moveTo>
                  <a:lnTo>
                    <a:pt x="357" y="23"/>
                  </a:lnTo>
                  <a:lnTo>
                    <a:pt x="357" y="14"/>
                  </a:lnTo>
                  <a:lnTo>
                    <a:pt x="390" y="14"/>
                  </a:lnTo>
                  <a:lnTo>
                    <a:pt x="390" y="23"/>
                  </a:lnTo>
                  <a:close/>
                </a:path>
              </a:pathLst>
            </a:custGeom>
            <a:solidFill>
              <a:srgbClr val="00BE9C"/>
            </a:solidFill>
            <a:ln w="9525">
              <a:noFill/>
            </a:ln>
          </p:spPr>
          <p:txBody>
            <a:bodyPr/>
            <a:p>
              <a:endParaRPr lang="en-US"/>
            </a:p>
          </p:txBody>
        </p:sp>
        <p:sp>
          <p:nvSpPr>
            <p:cNvPr id="27657" name="Freeform 14"/>
            <p:cNvSpPr>
              <a:spLocks noEditPoints="1"/>
            </p:cNvSpPr>
            <p:nvPr/>
          </p:nvSpPr>
          <p:spPr>
            <a:xfrm>
              <a:off x="2540474" y="3450296"/>
              <a:ext cx="268942" cy="167632"/>
            </a:xfrm>
            <a:custGeom>
              <a:avLst/>
              <a:gdLst/>
              <a:ahLst/>
              <a:cxnLst>
                <a:cxn ang="0">
                  <a:pos x="268942" y="0"/>
                </a:cxn>
                <a:cxn ang="0">
                  <a:pos x="0" y="0"/>
                </a:cxn>
                <a:cxn ang="0">
                  <a:pos x="0" y="167632"/>
                </a:cxn>
                <a:cxn ang="0">
                  <a:pos x="268942" y="167632"/>
                </a:cxn>
                <a:cxn ang="0">
                  <a:pos x="268942" y="0"/>
                </a:cxn>
                <a:cxn ang="0">
                  <a:pos x="239788" y="143580"/>
                </a:cxn>
                <a:cxn ang="0">
                  <a:pos x="31340" y="143580"/>
                </a:cxn>
                <a:cxn ang="0">
                  <a:pos x="31340" y="24780"/>
                </a:cxn>
                <a:cxn ang="0">
                  <a:pos x="239788" y="24780"/>
                </a:cxn>
                <a:cxn ang="0">
                  <a:pos x="239788" y="143580"/>
                </a:cxn>
              </a:cxnLst>
              <a:pathLst>
                <a:path w="369" h="230">
                  <a:moveTo>
                    <a:pt x="369" y="0"/>
                  </a:moveTo>
                  <a:lnTo>
                    <a:pt x="0" y="0"/>
                  </a:lnTo>
                  <a:lnTo>
                    <a:pt x="0" y="230"/>
                  </a:lnTo>
                  <a:lnTo>
                    <a:pt x="369" y="230"/>
                  </a:lnTo>
                  <a:lnTo>
                    <a:pt x="369" y="0"/>
                  </a:lnTo>
                  <a:close/>
                  <a:moveTo>
                    <a:pt x="329" y="197"/>
                  </a:moveTo>
                  <a:lnTo>
                    <a:pt x="43" y="197"/>
                  </a:lnTo>
                  <a:lnTo>
                    <a:pt x="43" y="34"/>
                  </a:lnTo>
                  <a:lnTo>
                    <a:pt x="329" y="34"/>
                  </a:lnTo>
                  <a:lnTo>
                    <a:pt x="329" y="197"/>
                  </a:lnTo>
                  <a:close/>
                </a:path>
              </a:pathLst>
            </a:custGeom>
            <a:solidFill>
              <a:srgbClr val="00BE9C"/>
            </a:solidFill>
            <a:ln w="9525">
              <a:noFill/>
            </a:ln>
          </p:spPr>
          <p:txBody>
            <a:bodyPr/>
            <a:p>
              <a:endParaRPr lang="en-US"/>
            </a:p>
          </p:txBody>
        </p:sp>
        <p:sp>
          <p:nvSpPr>
            <p:cNvPr id="27658" name="Freeform 15"/>
            <p:cNvSpPr>
              <a:spLocks noEditPoints="1"/>
            </p:cNvSpPr>
            <p:nvPr/>
          </p:nvSpPr>
          <p:spPr>
            <a:xfrm>
              <a:off x="3318143" y="4067621"/>
              <a:ext cx="203346" cy="225939"/>
            </a:xfrm>
            <a:custGeom>
              <a:avLst/>
              <a:gdLst/>
              <a:ahLst/>
              <a:cxnLst>
                <a:cxn ang="0">
                  <a:pos x="105682" y="2187"/>
                </a:cxn>
                <a:cxn ang="0">
                  <a:pos x="105682" y="2187"/>
                </a:cxn>
                <a:cxn ang="0">
                  <a:pos x="0" y="158886"/>
                </a:cxn>
                <a:cxn ang="0">
                  <a:pos x="0" y="158886"/>
                </a:cxn>
                <a:cxn ang="0">
                  <a:pos x="0" y="160344"/>
                </a:cxn>
                <a:cxn ang="0">
                  <a:pos x="96936" y="224481"/>
                </a:cxn>
                <a:cxn ang="0">
                  <a:pos x="96936" y="225939"/>
                </a:cxn>
                <a:cxn ang="0">
                  <a:pos x="98393" y="224481"/>
                </a:cxn>
                <a:cxn ang="0">
                  <a:pos x="203346" y="67053"/>
                </a:cxn>
                <a:cxn ang="0">
                  <a:pos x="203346" y="67053"/>
                </a:cxn>
                <a:cxn ang="0">
                  <a:pos x="203346" y="65595"/>
                </a:cxn>
                <a:cxn ang="0">
                  <a:pos x="179294" y="50290"/>
                </a:cxn>
                <a:cxn ang="0">
                  <a:pos x="189498" y="34984"/>
                </a:cxn>
                <a:cxn ang="0">
                  <a:pos x="191685" y="34984"/>
                </a:cxn>
                <a:cxn ang="0">
                  <a:pos x="189498" y="32798"/>
                </a:cxn>
                <a:cxn ang="0">
                  <a:pos x="141395" y="2187"/>
                </a:cxn>
                <a:cxn ang="0">
                  <a:pos x="141395" y="0"/>
                </a:cxn>
                <a:cxn ang="0">
                  <a:pos x="139937" y="2187"/>
                </a:cxn>
                <a:cxn ang="0">
                  <a:pos x="129733" y="17492"/>
                </a:cxn>
                <a:cxn ang="0">
                  <a:pos x="107139" y="2187"/>
                </a:cxn>
                <a:cxn ang="0">
                  <a:pos x="105682" y="2187"/>
                </a:cxn>
                <a:cxn ang="0">
                  <a:pos x="124631" y="155242"/>
                </a:cxn>
                <a:cxn ang="0">
                  <a:pos x="55392" y="108596"/>
                </a:cxn>
                <a:cxn ang="0">
                  <a:pos x="79443" y="72884"/>
                </a:cxn>
                <a:cxn ang="0">
                  <a:pos x="148683" y="117343"/>
                </a:cxn>
                <a:cxn ang="0">
                  <a:pos x="124631" y="155242"/>
                </a:cxn>
                <a:cxn ang="0">
                  <a:pos x="93291" y="200430"/>
                </a:cxn>
                <a:cxn ang="0">
                  <a:pos x="24052" y="153784"/>
                </a:cxn>
                <a:cxn ang="0">
                  <a:pos x="48103" y="117343"/>
                </a:cxn>
                <a:cxn ang="0">
                  <a:pos x="117343" y="163988"/>
                </a:cxn>
                <a:cxn ang="0">
                  <a:pos x="93291" y="200430"/>
                </a:cxn>
              </a:cxnLst>
              <a:pathLst>
                <a:path w="279" h="310">
                  <a:moveTo>
                    <a:pt x="145" y="3"/>
                  </a:moveTo>
                  <a:lnTo>
                    <a:pt x="145" y="3"/>
                  </a:lnTo>
                  <a:lnTo>
                    <a:pt x="0" y="218"/>
                  </a:lnTo>
                  <a:lnTo>
                    <a:pt x="0" y="218"/>
                  </a:lnTo>
                  <a:lnTo>
                    <a:pt x="0" y="220"/>
                  </a:lnTo>
                  <a:lnTo>
                    <a:pt x="133" y="308"/>
                  </a:lnTo>
                  <a:lnTo>
                    <a:pt x="133" y="310"/>
                  </a:lnTo>
                  <a:lnTo>
                    <a:pt x="135" y="308"/>
                  </a:lnTo>
                  <a:lnTo>
                    <a:pt x="279" y="92"/>
                  </a:lnTo>
                  <a:lnTo>
                    <a:pt x="279" y="92"/>
                  </a:lnTo>
                  <a:lnTo>
                    <a:pt x="279" y="90"/>
                  </a:lnTo>
                  <a:lnTo>
                    <a:pt x="246" y="69"/>
                  </a:lnTo>
                  <a:lnTo>
                    <a:pt x="260" y="48"/>
                  </a:lnTo>
                  <a:lnTo>
                    <a:pt x="263" y="48"/>
                  </a:lnTo>
                  <a:lnTo>
                    <a:pt x="260" y="45"/>
                  </a:lnTo>
                  <a:lnTo>
                    <a:pt x="194" y="3"/>
                  </a:lnTo>
                  <a:lnTo>
                    <a:pt x="194" y="0"/>
                  </a:lnTo>
                  <a:lnTo>
                    <a:pt x="192" y="3"/>
                  </a:lnTo>
                  <a:lnTo>
                    <a:pt x="178" y="24"/>
                  </a:lnTo>
                  <a:lnTo>
                    <a:pt x="147" y="3"/>
                  </a:lnTo>
                  <a:lnTo>
                    <a:pt x="145" y="3"/>
                  </a:lnTo>
                  <a:close/>
                  <a:moveTo>
                    <a:pt x="171" y="213"/>
                  </a:moveTo>
                  <a:lnTo>
                    <a:pt x="76" y="149"/>
                  </a:lnTo>
                  <a:lnTo>
                    <a:pt x="109" y="100"/>
                  </a:lnTo>
                  <a:lnTo>
                    <a:pt x="204" y="161"/>
                  </a:lnTo>
                  <a:lnTo>
                    <a:pt x="171" y="213"/>
                  </a:lnTo>
                  <a:close/>
                  <a:moveTo>
                    <a:pt x="128" y="275"/>
                  </a:moveTo>
                  <a:lnTo>
                    <a:pt x="33" y="211"/>
                  </a:lnTo>
                  <a:lnTo>
                    <a:pt x="66" y="161"/>
                  </a:lnTo>
                  <a:lnTo>
                    <a:pt x="161" y="225"/>
                  </a:lnTo>
                  <a:lnTo>
                    <a:pt x="128" y="275"/>
                  </a:lnTo>
                  <a:close/>
                </a:path>
              </a:pathLst>
            </a:custGeom>
            <a:solidFill>
              <a:srgbClr val="179E97"/>
            </a:solidFill>
            <a:ln w="9525">
              <a:noFill/>
            </a:ln>
          </p:spPr>
          <p:txBody>
            <a:bodyPr/>
            <a:p>
              <a:endParaRPr lang="en-US"/>
            </a:p>
          </p:txBody>
        </p:sp>
        <p:sp>
          <p:nvSpPr>
            <p:cNvPr id="27659" name="Freeform 16"/>
            <p:cNvSpPr>
              <a:spLocks noEditPoints="1"/>
            </p:cNvSpPr>
            <p:nvPr/>
          </p:nvSpPr>
          <p:spPr>
            <a:xfrm>
              <a:off x="1878689" y="4085114"/>
              <a:ext cx="103495" cy="217194"/>
            </a:xfrm>
            <a:custGeom>
              <a:avLst/>
              <a:gdLst/>
              <a:ahLst/>
              <a:cxnLst>
                <a:cxn ang="0">
                  <a:pos x="3450" y="212023"/>
                </a:cxn>
                <a:cxn ang="0">
                  <a:pos x="51748" y="186166"/>
                </a:cxn>
                <a:cxn ang="0">
                  <a:pos x="101770" y="212023"/>
                </a:cxn>
                <a:cxn ang="0">
                  <a:pos x="103495" y="210299"/>
                </a:cxn>
                <a:cxn ang="0">
                  <a:pos x="103495" y="46542"/>
                </a:cxn>
                <a:cxn ang="0">
                  <a:pos x="101770" y="24133"/>
                </a:cxn>
                <a:cxn ang="0">
                  <a:pos x="51748" y="0"/>
                </a:cxn>
                <a:cxn ang="0">
                  <a:pos x="3450" y="24133"/>
                </a:cxn>
                <a:cxn ang="0">
                  <a:pos x="1725" y="46542"/>
                </a:cxn>
                <a:cxn ang="0">
                  <a:pos x="1725" y="210299"/>
                </a:cxn>
                <a:cxn ang="0">
                  <a:pos x="3450" y="212023"/>
                </a:cxn>
                <a:cxn ang="0">
                  <a:pos x="17249" y="36199"/>
                </a:cxn>
                <a:cxn ang="0">
                  <a:pos x="51748" y="29304"/>
                </a:cxn>
                <a:cxn ang="0">
                  <a:pos x="87971" y="36199"/>
                </a:cxn>
                <a:cxn ang="0">
                  <a:pos x="89696" y="39647"/>
                </a:cxn>
                <a:cxn ang="0">
                  <a:pos x="86246" y="41370"/>
                </a:cxn>
                <a:cxn ang="0">
                  <a:pos x="84521" y="41370"/>
                </a:cxn>
                <a:cxn ang="0">
                  <a:pos x="77621" y="39647"/>
                </a:cxn>
                <a:cxn ang="0">
                  <a:pos x="51748" y="36199"/>
                </a:cxn>
                <a:cxn ang="0">
                  <a:pos x="25874" y="39647"/>
                </a:cxn>
                <a:cxn ang="0">
                  <a:pos x="18974" y="41370"/>
                </a:cxn>
                <a:cxn ang="0">
                  <a:pos x="15524" y="39647"/>
                </a:cxn>
                <a:cxn ang="0">
                  <a:pos x="17249" y="36199"/>
                </a:cxn>
                <a:cxn ang="0">
                  <a:pos x="17249" y="65503"/>
                </a:cxn>
                <a:cxn ang="0">
                  <a:pos x="51748" y="58608"/>
                </a:cxn>
                <a:cxn ang="0">
                  <a:pos x="87971" y="65503"/>
                </a:cxn>
                <a:cxn ang="0">
                  <a:pos x="89696" y="68950"/>
                </a:cxn>
                <a:cxn ang="0">
                  <a:pos x="86246" y="70674"/>
                </a:cxn>
                <a:cxn ang="0">
                  <a:pos x="84521" y="70674"/>
                </a:cxn>
                <a:cxn ang="0">
                  <a:pos x="77621" y="68950"/>
                </a:cxn>
                <a:cxn ang="0">
                  <a:pos x="51748" y="65503"/>
                </a:cxn>
                <a:cxn ang="0">
                  <a:pos x="25874" y="68950"/>
                </a:cxn>
                <a:cxn ang="0">
                  <a:pos x="18974" y="70674"/>
                </a:cxn>
                <a:cxn ang="0">
                  <a:pos x="15524" y="68950"/>
                </a:cxn>
                <a:cxn ang="0">
                  <a:pos x="17249" y="65503"/>
                </a:cxn>
                <a:cxn ang="0">
                  <a:pos x="17249" y="94807"/>
                </a:cxn>
                <a:cxn ang="0">
                  <a:pos x="51748" y="87912"/>
                </a:cxn>
                <a:cxn ang="0">
                  <a:pos x="87971" y="94807"/>
                </a:cxn>
                <a:cxn ang="0">
                  <a:pos x="89696" y="98254"/>
                </a:cxn>
                <a:cxn ang="0">
                  <a:pos x="86246" y="99978"/>
                </a:cxn>
                <a:cxn ang="0">
                  <a:pos x="84521" y="99978"/>
                </a:cxn>
                <a:cxn ang="0">
                  <a:pos x="77621" y="98254"/>
                </a:cxn>
                <a:cxn ang="0">
                  <a:pos x="51748" y="94807"/>
                </a:cxn>
                <a:cxn ang="0">
                  <a:pos x="25874" y="98254"/>
                </a:cxn>
                <a:cxn ang="0">
                  <a:pos x="18974" y="99978"/>
                </a:cxn>
                <a:cxn ang="0">
                  <a:pos x="15524" y="98254"/>
                </a:cxn>
                <a:cxn ang="0">
                  <a:pos x="17249" y="94807"/>
                </a:cxn>
              </a:cxnLst>
              <a:pathLst>
                <a:path w="60" h="126">
                  <a:moveTo>
                    <a:pt x="2" y="123"/>
                  </a:moveTo>
                  <a:cubicBezTo>
                    <a:pt x="5" y="112"/>
                    <a:pt x="16" y="108"/>
                    <a:pt x="30" y="108"/>
                  </a:cubicBezTo>
                  <a:cubicBezTo>
                    <a:pt x="44" y="108"/>
                    <a:pt x="56" y="112"/>
                    <a:pt x="59" y="123"/>
                  </a:cubicBezTo>
                  <a:cubicBezTo>
                    <a:pt x="60" y="126"/>
                    <a:pt x="60" y="126"/>
                    <a:pt x="60" y="122"/>
                  </a:cubicBezTo>
                  <a:cubicBezTo>
                    <a:pt x="60" y="103"/>
                    <a:pt x="60" y="47"/>
                    <a:pt x="60" y="27"/>
                  </a:cubicBezTo>
                  <a:cubicBezTo>
                    <a:pt x="60" y="24"/>
                    <a:pt x="60" y="17"/>
                    <a:pt x="59" y="14"/>
                  </a:cubicBezTo>
                  <a:cubicBezTo>
                    <a:pt x="55" y="3"/>
                    <a:pt x="44" y="0"/>
                    <a:pt x="30" y="0"/>
                  </a:cubicBezTo>
                  <a:cubicBezTo>
                    <a:pt x="17" y="0"/>
                    <a:pt x="5" y="3"/>
                    <a:pt x="2" y="14"/>
                  </a:cubicBezTo>
                  <a:cubicBezTo>
                    <a:pt x="0" y="17"/>
                    <a:pt x="1" y="24"/>
                    <a:pt x="1" y="27"/>
                  </a:cubicBezTo>
                  <a:cubicBezTo>
                    <a:pt x="1" y="47"/>
                    <a:pt x="1" y="103"/>
                    <a:pt x="1" y="122"/>
                  </a:cubicBezTo>
                  <a:cubicBezTo>
                    <a:pt x="1" y="126"/>
                    <a:pt x="0" y="126"/>
                    <a:pt x="2" y="123"/>
                  </a:cubicBezTo>
                  <a:moveTo>
                    <a:pt x="10" y="21"/>
                  </a:moveTo>
                  <a:cubicBezTo>
                    <a:pt x="15" y="19"/>
                    <a:pt x="22" y="17"/>
                    <a:pt x="30" y="17"/>
                  </a:cubicBezTo>
                  <a:cubicBezTo>
                    <a:pt x="39" y="17"/>
                    <a:pt x="46" y="19"/>
                    <a:pt x="51" y="21"/>
                  </a:cubicBezTo>
                  <a:cubicBezTo>
                    <a:pt x="52" y="21"/>
                    <a:pt x="52" y="23"/>
                    <a:pt x="52" y="23"/>
                  </a:cubicBezTo>
                  <a:cubicBezTo>
                    <a:pt x="51" y="24"/>
                    <a:pt x="51" y="24"/>
                    <a:pt x="50" y="24"/>
                  </a:cubicBezTo>
                  <a:cubicBezTo>
                    <a:pt x="50" y="24"/>
                    <a:pt x="50" y="24"/>
                    <a:pt x="49" y="24"/>
                  </a:cubicBezTo>
                  <a:cubicBezTo>
                    <a:pt x="48" y="24"/>
                    <a:pt x="47" y="23"/>
                    <a:pt x="45" y="23"/>
                  </a:cubicBezTo>
                  <a:cubicBezTo>
                    <a:pt x="41" y="21"/>
                    <a:pt x="36" y="21"/>
                    <a:pt x="30" y="21"/>
                  </a:cubicBezTo>
                  <a:cubicBezTo>
                    <a:pt x="24" y="21"/>
                    <a:pt x="19" y="21"/>
                    <a:pt x="15" y="23"/>
                  </a:cubicBezTo>
                  <a:cubicBezTo>
                    <a:pt x="14" y="23"/>
                    <a:pt x="13" y="24"/>
                    <a:pt x="11" y="24"/>
                  </a:cubicBezTo>
                  <a:cubicBezTo>
                    <a:pt x="11" y="25"/>
                    <a:pt x="10" y="24"/>
                    <a:pt x="9" y="23"/>
                  </a:cubicBezTo>
                  <a:cubicBezTo>
                    <a:pt x="9" y="23"/>
                    <a:pt x="9" y="21"/>
                    <a:pt x="10" y="21"/>
                  </a:cubicBezTo>
                  <a:moveTo>
                    <a:pt x="10" y="38"/>
                  </a:moveTo>
                  <a:cubicBezTo>
                    <a:pt x="15" y="36"/>
                    <a:pt x="22" y="34"/>
                    <a:pt x="30" y="34"/>
                  </a:cubicBezTo>
                  <a:cubicBezTo>
                    <a:pt x="39" y="34"/>
                    <a:pt x="46" y="36"/>
                    <a:pt x="51" y="38"/>
                  </a:cubicBezTo>
                  <a:cubicBezTo>
                    <a:pt x="52" y="38"/>
                    <a:pt x="52" y="39"/>
                    <a:pt x="52" y="40"/>
                  </a:cubicBezTo>
                  <a:cubicBezTo>
                    <a:pt x="51" y="41"/>
                    <a:pt x="51" y="41"/>
                    <a:pt x="50" y="41"/>
                  </a:cubicBezTo>
                  <a:cubicBezTo>
                    <a:pt x="50" y="41"/>
                    <a:pt x="50" y="41"/>
                    <a:pt x="49" y="41"/>
                  </a:cubicBezTo>
                  <a:cubicBezTo>
                    <a:pt x="48" y="41"/>
                    <a:pt x="47" y="40"/>
                    <a:pt x="45" y="40"/>
                  </a:cubicBezTo>
                  <a:cubicBezTo>
                    <a:pt x="41" y="38"/>
                    <a:pt x="36" y="38"/>
                    <a:pt x="30" y="38"/>
                  </a:cubicBezTo>
                  <a:cubicBezTo>
                    <a:pt x="24" y="38"/>
                    <a:pt x="19" y="38"/>
                    <a:pt x="15" y="40"/>
                  </a:cubicBezTo>
                  <a:cubicBezTo>
                    <a:pt x="14" y="40"/>
                    <a:pt x="13" y="41"/>
                    <a:pt x="11" y="41"/>
                  </a:cubicBezTo>
                  <a:cubicBezTo>
                    <a:pt x="11" y="42"/>
                    <a:pt x="10" y="41"/>
                    <a:pt x="9" y="40"/>
                  </a:cubicBezTo>
                  <a:cubicBezTo>
                    <a:pt x="9" y="39"/>
                    <a:pt x="9" y="38"/>
                    <a:pt x="10" y="38"/>
                  </a:cubicBezTo>
                  <a:moveTo>
                    <a:pt x="10" y="55"/>
                  </a:moveTo>
                  <a:cubicBezTo>
                    <a:pt x="15" y="52"/>
                    <a:pt x="22" y="51"/>
                    <a:pt x="30" y="51"/>
                  </a:cubicBezTo>
                  <a:cubicBezTo>
                    <a:pt x="39" y="51"/>
                    <a:pt x="46" y="52"/>
                    <a:pt x="51" y="55"/>
                  </a:cubicBezTo>
                  <a:cubicBezTo>
                    <a:pt x="52" y="55"/>
                    <a:pt x="52" y="56"/>
                    <a:pt x="52" y="57"/>
                  </a:cubicBezTo>
                  <a:cubicBezTo>
                    <a:pt x="51" y="58"/>
                    <a:pt x="51" y="58"/>
                    <a:pt x="50" y="58"/>
                  </a:cubicBezTo>
                  <a:cubicBezTo>
                    <a:pt x="50" y="58"/>
                    <a:pt x="50" y="58"/>
                    <a:pt x="49" y="58"/>
                  </a:cubicBezTo>
                  <a:cubicBezTo>
                    <a:pt x="48" y="57"/>
                    <a:pt x="47" y="57"/>
                    <a:pt x="45" y="57"/>
                  </a:cubicBezTo>
                  <a:cubicBezTo>
                    <a:pt x="41" y="55"/>
                    <a:pt x="36" y="55"/>
                    <a:pt x="30" y="55"/>
                  </a:cubicBezTo>
                  <a:cubicBezTo>
                    <a:pt x="24" y="55"/>
                    <a:pt x="19" y="55"/>
                    <a:pt x="15" y="57"/>
                  </a:cubicBezTo>
                  <a:cubicBezTo>
                    <a:pt x="14" y="57"/>
                    <a:pt x="13" y="57"/>
                    <a:pt x="11" y="58"/>
                  </a:cubicBezTo>
                  <a:cubicBezTo>
                    <a:pt x="11" y="59"/>
                    <a:pt x="10" y="58"/>
                    <a:pt x="9" y="57"/>
                  </a:cubicBezTo>
                  <a:cubicBezTo>
                    <a:pt x="9" y="56"/>
                    <a:pt x="9" y="55"/>
                    <a:pt x="10" y="55"/>
                  </a:cubicBezTo>
                </a:path>
              </a:pathLst>
            </a:custGeom>
            <a:solidFill>
              <a:srgbClr val="00BE9C"/>
            </a:solidFill>
            <a:ln w="9525">
              <a:noFill/>
            </a:ln>
          </p:spPr>
          <p:txBody>
            <a:bodyPr/>
            <a:p>
              <a:endParaRPr lang="en-US"/>
            </a:p>
          </p:txBody>
        </p:sp>
        <p:sp>
          <p:nvSpPr>
            <p:cNvPr id="27660" name="Freeform 17"/>
            <p:cNvSpPr>
              <a:spLocks noEditPoints="1"/>
            </p:cNvSpPr>
            <p:nvPr/>
          </p:nvSpPr>
          <p:spPr>
            <a:xfrm>
              <a:off x="1990930" y="4085114"/>
              <a:ext cx="103495" cy="217194"/>
            </a:xfrm>
            <a:custGeom>
              <a:avLst/>
              <a:gdLst/>
              <a:ahLst/>
              <a:cxnLst>
                <a:cxn ang="0">
                  <a:pos x="101770" y="212023"/>
                </a:cxn>
                <a:cxn ang="0">
                  <a:pos x="103495" y="210299"/>
                </a:cxn>
                <a:cxn ang="0">
                  <a:pos x="103495" y="46542"/>
                </a:cxn>
                <a:cxn ang="0">
                  <a:pos x="101770" y="24133"/>
                </a:cxn>
                <a:cxn ang="0">
                  <a:pos x="51748" y="0"/>
                </a:cxn>
                <a:cxn ang="0">
                  <a:pos x="3450" y="24133"/>
                </a:cxn>
                <a:cxn ang="0">
                  <a:pos x="1725" y="46542"/>
                </a:cxn>
                <a:cxn ang="0">
                  <a:pos x="1725" y="210299"/>
                </a:cxn>
                <a:cxn ang="0">
                  <a:pos x="3450" y="212023"/>
                </a:cxn>
                <a:cxn ang="0">
                  <a:pos x="51748" y="186166"/>
                </a:cxn>
                <a:cxn ang="0">
                  <a:pos x="101770" y="212023"/>
                </a:cxn>
                <a:cxn ang="0">
                  <a:pos x="89696" y="98254"/>
                </a:cxn>
                <a:cxn ang="0">
                  <a:pos x="86246" y="99978"/>
                </a:cxn>
                <a:cxn ang="0">
                  <a:pos x="84521" y="99978"/>
                </a:cxn>
                <a:cxn ang="0">
                  <a:pos x="77621" y="98254"/>
                </a:cxn>
                <a:cxn ang="0">
                  <a:pos x="51748" y="94807"/>
                </a:cxn>
                <a:cxn ang="0">
                  <a:pos x="25874" y="98254"/>
                </a:cxn>
                <a:cxn ang="0">
                  <a:pos x="18974" y="99978"/>
                </a:cxn>
                <a:cxn ang="0">
                  <a:pos x="15524" y="98254"/>
                </a:cxn>
                <a:cxn ang="0">
                  <a:pos x="17249" y="94807"/>
                </a:cxn>
                <a:cxn ang="0">
                  <a:pos x="51748" y="87912"/>
                </a:cxn>
                <a:cxn ang="0">
                  <a:pos x="87971" y="94807"/>
                </a:cxn>
                <a:cxn ang="0">
                  <a:pos x="89696" y="98254"/>
                </a:cxn>
                <a:cxn ang="0">
                  <a:pos x="89696" y="68950"/>
                </a:cxn>
                <a:cxn ang="0">
                  <a:pos x="86246" y="70674"/>
                </a:cxn>
                <a:cxn ang="0">
                  <a:pos x="84521" y="70674"/>
                </a:cxn>
                <a:cxn ang="0">
                  <a:pos x="77621" y="68950"/>
                </a:cxn>
                <a:cxn ang="0">
                  <a:pos x="51748" y="65503"/>
                </a:cxn>
                <a:cxn ang="0">
                  <a:pos x="25874" y="68950"/>
                </a:cxn>
                <a:cxn ang="0">
                  <a:pos x="18974" y="70674"/>
                </a:cxn>
                <a:cxn ang="0">
                  <a:pos x="15524" y="68950"/>
                </a:cxn>
                <a:cxn ang="0">
                  <a:pos x="17249" y="65503"/>
                </a:cxn>
                <a:cxn ang="0">
                  <a:pos x="51748" y="58608"/>
                </a:cxn>
                <a:cxn ang="0">
                  <a:pos x="87971" y="65503"/>
                </a:cxn>
                <a:cxn ang="0">
                  <a:pos x="89696" y="68950"/>
                </a:cxn>
                <a:cxn ang="0">
                  <a:pos x="89696" y="39647"/>
                </a:cxn>
                <a:cxn ang="0">
                  <a:pos x="86246" y="41370"/>
                </a:cxn>
                <a:cxn ang="0">
                  <a:pos x="84521" y="41370"/>
                </a:cxn>
                <a:cxn ang="0">
                  <a:pos x="77621" y="39647"/>
                </a:cxn>
                <a:cxn ang="0">
                  <a:pos x="51748" y="36199"/>
                </a:cxn>
                <a:cxn ang="0">
                  <a:pos x="25874" y="39647"/>
                </a:cxn>
                <a:cxn ang="0">
                  <a:pos x="18974" y="41370"/>
                </a:cxn>
                <a:cxn ang="0">
                  <a:pos x="15524" y="39647"/>
                </a:cxn>
                <a:cxn ang="0">
                  <a:pos x="17249" y="36199"/>
                </a:cxn>
                <a:cxn ang="0">
                  <a:pos x="51748" y="29304"/>
                </a:cxn>
                <a:cxn ang="0">
                  <a:pos x="87971" y="36199"/>
                </a:cxn>
                <a:cxn ang="0">
                  <a:pos x="89696" y="39647"/>
                </a:cxn>
              </a:cxnLst>
              <a:pathLst>
                <a:path w="60" h="126">
                  <a:moveTo>
                    <a:pt x="59" y="123"/>
                  </a:moveTo>
                  <a:cubicBezTo>
                    <a:pt x="60" y="126"/>
                    <a:pt x="60" y="126"/>
                    <a:pt x="60" y="122"/>
                  </a:cubicBezTo>
                  <a:cubicBezTo>
                    <a:pt x="60" y="103"/>
                    <a:pt x="60" y="47"/>
                    <a:pt x="60" y="27"/>
                  </a:cubicBezTo>
                  <a:cubicBezTo>
                    <a:pt x="60" y="24"/>
                    <a:pt x="60" y="17"/>
                    <a:pt x="59" y="14"/>
                  </a:cubicBezTo>
                  <a:cubicBezTo>
                    <a:pt x="55" y="3"/>
                    <a:pt x="44" y="0"/>
                    <a:pt x="30" y="0"/>
                  </a:cubicBezTo>
                  <a:cubicBezTo>
                    <a:pt x="17" y="0"/>
                    <a:pt x="5" y="3"/>
                    <a:pt x="2" y="14"/>
                  </a:cubicBezTo>
                  <a:cubicBezTo>
                    <a:pt x="1" y="17"/>
                    <a:pt x="1" y="24"/>
                    <a:pt x="1" y="27"/>
                  </a:cubicBezTo>
                  <a:cubicBezTo>
                    <a:pt x="1" y="47"/>
                    <a:pt x="1" y="103"/>
                    <a:pt x="1" y="122"/>
                  </a:cubicBezTo>
                  <a:cubicBezTo>
                    <a:pt x="1" y="126"/>
                    <a:pt x="0" y="126"/>
                    <a:pt x="2" y="123"/>
                  </a:cubicBezTo>
                  <a:cubicBezTo>
                    <a:pt x="5" y="112"/>
                    <a:pt x="17" y="108"/>
                    <a:pt x="30" y="108"/>
                  </a:cubicBezTo>
                  <a:cubicBezTo>
                    <a:pt x="44" y="108"/>
                    <a:pt x="56" y="112"/>
                    <a:pt x="59" y="123"/>
                  </a:cubicBezTo>
                  <a:moveTo>
                    <a:pt x="52" y="57"/>
                  </a:moveTo>
                  <a:cubicBezTo>
                    <a:pt x="51" y="58"/>
                    <a:pt x="51" y="58"/>
                    <a:pt x="50" y="58"/>
                  </a:cubicBezTo>
                  <a:cubicBezTo>
                    <a:pt x="50" y="58"/>
                    <a:pt x="50" y="58"/>
                    <a:pt x="49" y="58"/>
                  </a:cubicBezTo>
                  <a:cubicBezTo>
                    <a:pt x="48" y="57"/>
                    <a:pt x="47" y="57"/>
                    <a:pt x="45" y="57"/>
                  </a:cubicBezTo>
                  <a:cubicBezTo>
                    <a:pt x="41" y="55"/>
                    <a:pt x="36" y="55"/>
                    <a:pt x="30" y="55"/>
                  </a:cubicBezTo>
                  <a:cubicBezTo>
                    <a:pt x="24" y="55"/>
                    <a:pt x="19" y="55"/>
                    <a:pt x="15" y="57"/>
                  </a:cubicBezTo>
                  <a:cubicBezTo>
                    <a:pt x="14" y="57"/>
                    <a:pt x="13" y="57"/>
                    <a:pt x="11" y="58"/>
                  </a:cubicBezTo>
                  <a:cubicBezTo>
                    <a:pt x="11" y="59"/>
                    <a:pt x="10" y="58"/>
                    <a:pt x="9" y="57"/>
                  </a:cubicBezTo>
                  <a:cubicBezTo>
                    <a:pt x="9" y="56"/>
                    <a:pt x="9" y="55"/>
                    <a:pt x="10" y="55"/>
                  </a:cubicBezTo>
                  <a:cubicBezTo>
                    <a:pt x="15" y="52"/>
                    <a:pt x="22" y="51"/>
                    <a:pt x="30" y="51"/>
                  </a:cubicBezTo>
                  <a:cubicBezTo>
                    <a:pt x="39" y="51"/>
                    <a:pt x="46" y="52"/>
                    <a:pt x="51" y="55"/>
                  </a:cubicBezTo>
                  <a:cubicBezTo>
                    <a:pt x="52" y="55"/>
                    <a:pt x="52" y="56"/>
                    <a:pt x="52" y="57"/>
                  </a:cubicBezTo>
                  <a:moveTo>
                    <a:pt x="52" y="40"/>
                  </a:moveTo>
                  <a:cubicBezTo>
                    <a:pt x="51" y="41"/>
                    <a:pt x="51" y="41"/>
                    <a:pt x="50" y="41"/>
                  </a:cubicBezTo>
                  <a:cubicBezTo>
                    <a:pt x="50" y="41"/>
                    <a:pt x="50" y="41"/>
                    <a:pt x="49" y="41"/>
                  </a:cubicBezTo>
                  <a:cubicBezTo>
                    <a:pt x="48" y="41"/>
                    <a:pt x="47" y="40"/>
                    <a:pt x="45" y="40"/>
                  </a:cubicBezTo>
                  <a:cubicBezTo>
                    <a:pt x="41" y="38"/>
                    <a:pt x="36" y="38"/>
                    <a:pt x="30" y="38"/>
                  </a:cubicBezTo>
                  <a:cubicBezTo>
                    <a:pt x="24" y="38"/>
                    <a:pt x="19" y="38"/>
                    <a:pt x="15" y="40"/>
                  </a:cubicBezTo>
                  <a:cubicBezTo>
                    <a:pt x="14" y="40"/>
                    <a:pt x="13" y="41"/>
                    <a:pt x="11" y="41"/>
                  </a:cubicBezTo>
                  <a:cubicBezTo>
                    <a:pt x="11" y="42"/>
                    <a:pt x="10" y="41"/>
                    <a:pt x="9" y="40"/>
                  </a:cubicBezTo>
                  <a:cubicBezTo>
                    <a:pt x="9" y="39"/>
                    <a:pt x="9" y="38"/>
                    <a:pt x="10" y="38"/>
                  </a:cubicBezTo>
                  <a:cubicBezTo>
                    <a:pt x="15" y="36"/>
                    <a:pt x="22" y="34"/>
                    <a:pt x="30" y="34"/>
                  </a:cubicBezTo>
                  <a:cubicBezTo>
                    <a:pt x="39" y="34"/>
                    <a:pt x="46" y="36"/>
                    <a:pt x="51" y="38"/>
                  </a:cubicBezTo>
                  <a:cubicBezTo>
                    <a:pt x="52" y="38"/>
                    <a:pt x="52" y="39"/>
                    <a:pt x="52" y="40"/>
                  </a:cubicBezTo>
                  <a:moveTo>
                    <a:pt x="52" y="23"/>
                  </a:moveTo>
                  <a:cubicBezTo>
                    <a:pt x="51" y="24"/>
                    <a:pt x="51" y="24"/>
                    <a:pt x="50" y="24"/>
                  </a:cubicBezTo>
                  <a:cubicBezTo>
                    <a:pt x="50" y="24"/>
                    <a:pt x="50" y="24"/>
                    <a:pt x="49" y="24"/>
                  </a:cubicBezTo>
                  <a:cubicBezTo>
                    <a:pt x="48" y="24"/>
                    <a:pt x="47" y="23"/>
                    <a:pt x="45" y="23"/>
                  </a:cubicBezTo>
                  <a:cubicBezTo>
                    <a:pt x="41" y="21"/>
                    <a:pt x="36" y="21"/>
                    <a:pt x="30" y="21"/>
                  </a:cubicBezTo>
                  <a:cubicBezTo>
                    <a:pt x="24" y="21"/>
                    <a:pt x="19" y="21"/>
                    <a:pt x="15" y="23"/>
                  </a:cubicBezTo>
                  <a:cubicBezTo>
                    <a:pt x="14" y="23"/>
                    <a:pt x="13" y="24"/>
                    <a:pt x="11" y="24"/>
                  </a:cubicBezTo>
                  <a:cubicBezTo>
                    <a:pt x="11" y="25"/>
                    <a:pt x="10" y="24"/>
                    <a:pt x="9" y="23"/>
                  </a:cubicBezTo>
                  <a:cubicBezTo>
                    <a:pt x="9" y="23"/>
                    <a:pt x="9" y="21"/>
                    <a:pt x="10" y="21"/>
                  </a:cubicBezTo>
                  <a:cubicBezTo>
                    <a:pt x="15" y="19"/>
                    <a:pt x="22" y="17"/>
                    <a:pt x="30" y="17"/>
                  </a:cubicBezTo>
                  <a:cubicBezTo>
                    <a:pt x="39" y="17"/>
                    <a:pt x="46" y="19"/>
                    <a:pt x="51" y="21"/>
                  </a:cubicBezTo>
                  <a:cubicBezTo>
                    <a:pt x="52" y="21"/>
                    <a:pt x="52" y="23"/>
                    <a:pt x="52" y="23"/>
                  </a:cubicBezTo>
                </a:path>
              </a:pathLst>
            </a:custGeom>
            <a:solidFill>
              <a:srgbClr val="00BE9C"/>
            </a:solidFill>
            <a:ln w="9525">
              <a:noFill/>
            </a:ln>
          </p:spPr>
          <p:txBody>
            <a:bodyPr/>
            <a:p>
              <a:endParaRPr lang="en-US"/>
            </a:p>
          </p:txBody>
        </p:sp>
        <p:grpSp>
          <p:nvGrpSpPr>
            <p:cNvPr id="160" name="组合 159"/>
            <p:cNvGrpSpPr/>
            <p:nvPr/>
          </p:nvGrpSpPr>
          <p:grpSpPr>
            <a:xfrm>
              <a:off x="2738717" y="3092437"/>
              <a:ext cx="166176" cy="178566"/>
              <a:chOff x="2738717" y="3092437"/>
              <a:chExt cx="166176" cy="178566"/>
            </a:xfrm>
            <a:solidFill>
              <a:srgbClr val="145F89"/>
            </a:solidFill>
          </p:grpSpPr>
          <p:sp>
            <p:nvSpPr>
              <p:cNvPr id="19" name="Freeform 18"/>
              <p:cNvSpPr/>
              <p:nvPr/>
            </p:nvSpPr>
            <p:spPr bwMode="auto">
              <a:xfrm>
                <a:off x="2738717" y="3092437"/>
                <a:ext cx="160344" cy="94749"/>
              </a:xfrm>
              <a:custGeom>
                <a:avLst/>
                <a:gdLst>
                  <a:gd name="T0" fmla="*/ 26 w 93"/>
                  <a:gd name="T1" fmla="*/ 30 h 55"/>
                  <a:gd name="T2" fmla="*/ 66 w 93"/>
                  <a:gd name="T3" fmla="*/ 26 h 55"/>
                  <a:gd name="T4" fmla="*/ 57 w 93"/>
                  <a:gd name="T5" fmla="*/ 35 h 55"/>
                  <a:gd name="T6" fmla="*/ 59 w 93"/>
                  <a:gd name="T7" fmla="*/ 41 h 55"/>
                  <a:gd name="T8" fmla="*/ 81 w 93"/>
                  <a:gd name="T9" fmla="*/ 41 h 55"/>
                  <a:gd name="T10" fmla="*/ 84 w 93"/>
                  <a:gd name="T11" fmla="*/ 41 h 55"/>
                  <a:gd name="T12" fmla="*/ 86 w 93"/>
                  <a:gd name="T13" fmla="*/ 41 h 55"/>
                  <a:gd name="T14" fmla="*/ 90 w 93"/>
                  <a:gd name="T15" fmla="*/ 41 h 55"/>
                  <a:gd name="T16" fmla="*/ 92 w 93"/>
                  <a:gd name="T17" fmla="*/ 39 h 55"/>
                  <a:gd name="T18" fmla="*/ 92 w 93"/>
                  <a:gd name="T19" fmla="*/ 8 h 55"/>
                  <a:gd name="T20" fmla="*/ 86 w 93"/>
                  <a:gd name="T21" fmla="*/ 5 h 55"/>
                  <a:gd name="T22" fmla="*/ 77 w 93"/>
                  <a:gd name="T23" fmla="*/ 14 h 55"/>
                  <a:gd name="T24" fmla="*/ 15 w 93"/>
                  <a:gd name="T25" fmla="*/ 19 h 55"/>
                  <a:gd name="T26" fmla="*/ 1 w 93"/>
                  <a:gd name="T27" fmla="*/ 55 h 55"/>
                  <a:gd name="T28" fmla="*/ 17 w 93"/>
                  <a:gd name="T29" fmla="*/ 55 h 55"/>
                  <a:gd name="T30" fmla="*/ 26 w 93"/>
                  <a:gd name="T31"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3" h="55">
                    <a:moveTo>
                      <a:pt x="26" y="30"/>
                    </a:moveTo>
                    <a:cubicBezTo>
                      <a:pt x="37" y="20"/>
                      <a:pt x="53" y="18"/>
                      <a:pt x="66" y="26"/>
                    </a:cubicBezTo>
                    <a:cubicBezTo>
                      <a:pt x="61" y="30"/>
                      <a:pt x="57" y="35"/>
                      <a:pt x="57" y="35"/>
                    </a:cubicBezTo>
                    <a:cubicBezTo>
                      <a:pt x="53" y="39"/>
                      <a:pt x="57" y="41"/>
                      <a:pt x="59" y="41"/>
                    </a:cubicBezTo>
                    <a:cubicBezTo>
                      <a:pt x="81" y="41"/>
                      <a:pt x="81" y="41"/>
                      <a:pt x="81" y="41"/>
                    </a:cubicBezTo>
                    <a:cubicBezTo>
                      <a:pt x="83" y="41"/>
                      <a:pt x="84" y="41"/>
                      <a:pt x="84" y="41"/>
                    </a:cubicBezTo>
                    <a:cubicBezTo>
                      <a:pt x="86" y="41"/>
                      <a:pt x="86" y="41"/>
                      <a:pt x="86" y="41"/>
                    </a:cubicBezTo>
                    <a:cubicBezTo>
                      <a:pt x="90" y="41"/>
                      <a:pt x="90" y="41"/>
                      <a:pt x="90" y="41"/>
                    </a:cubicBezTo>
                    <a:cubicBezTo>
                      <a:pt x="91" y="41"/>
                      <a:pt x="92" y="40"/>
                      <a:pt x="92" y="39"/>
                    </a:cubicBezTo>
                    <a:cubicBezTo>
                      <a:pt x="92" y="8"/>
                      <a:pt x="92" y="8"/>
                      <a:pt x="92" y="8"/>
                    </a:cubicBezTo>
                    <a:cubicBezTo>
                      <a:pt x="93" y="5"/>
                      <a:pt x="89" y="2"/>
                      <a:pt x="86" y="5"/>
                    </a:cubicBezTo>
                    <a:cubicBezTo>
                      <a:pt x="86" y="5"/>
                      <a:pt x="81" y="11"/>
                      <a:pt x="77" y="14"/>
                    </a:cubicBezTo>
                    <a:cubicBezTo>
                      <a:pt x="58" y="0"/>
                      <a:pt x="32" y="2"/>
                      <a:pt x="15" y="19"/>
                    </a:cubicBezTo>
                    <a:cubicBezTo>
                      <a:pt x="5" y="29"/>
                      <a:pt x="0" y="42"/>
                      <a:pt x="1" y="55"/>
                    </a:cubicBezTo>
                    <a:cubicBezTo>
                      <a:pt x="17" y="55"/>
                      <a:pt x="17" y="55"/>
                      <a:pt x="17" y="55"/>
                    </a:cubicBezTo>
                    <a:cubicBezTo>
                      <a:pt x="16" y="46"/>
                      <a:pt x="19" y="37"/>
                      <a:pt x="26" y="30"/>
                    </a:cubicBezTo>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20" name="Freeform 19"/>
              <p:cNvSpPr/>
              <p:nvPr/>
            </p:nvSpPr>
            <p:spPr bwMode="auto">
              <a:xfrm>
                <a:off x="2746006" y="3178440"/>
                <a:ext cx="158887" cy="92563"/>
              </a:xfrm>
              <a:custGeom>
                <a:avLst/>
                <a:gdLst>
                  <a:gd name="T0" fmla="*/ 76 w 92"/>
                  <a:gd name="T1" fmla="*/ 0 h 54"/>
                  <a:gd name="T2" fmla="*/ 66 w 92"/>
                  <a:gd name="T3" fmla="*/ 24 h 54"/>
                  <a:gd name="T4" fmla="*/ 27 w 92"/>
                  <a:gd name="T5" fmla="*/ 29 h 54"/>
                  <a:gd name="T6" fmla="*/ 36 w 92"/>
                  <a:gd name="T7" fmla="*/ 20 h 54"/>
                  <a:gd name="T8" fmla="*/ 34 w 92"/>
                  <a:gd name="T9" fmla="*/ 14 h 54"/>
                  <a:gd name="T10" fmla="*/ 11 w 92"/>
                  <a:gd name="T11" fmla="*/ 14 h 54"/>
                  <a:gd name="T12" fmla="*/ 9 w 92"/>
                  <a:gd name="T13" fmla="*/ 14 h 54"/>
                  <a:gd name="T14" fmla="*/ 7 w 92"/>
                  <a:gd name="T15" fmla="*/ 14 h 54"/>
                  <a:gd name="T16" fmla="*/ 2 w 92"/>
                  <a:gd name="T17" fmla="*/ 14 h 54"/>
                  <a:gd name="T18" fmla="*/ 0 w 92"/>
                  <a:gd name="T19" fmla="*/ 16 h 54"/>
                  <a:gd name="T20" fmla="*/ 0 w 92"/>
                  <a:gd name="T21" fmla="*/ 47 h 54"/>
                  <a:gd name="T22" fmla="*/ 6 w 92"/>
                  <a:gd name="T23" fmla="*/ 49 h 54"/>
                  <a:gd name="T24" fmla="*/ 15 w 92"/>
                  <a:gd name="T25" fmla="*/ 41 h 54"/>
                  <a:gd name="T26" fmla="*/ 78 w 92"/>
                  <a:gd name="T27" fmla="*/ 36 h 54"/>
                  <a:gd name="T28" fmla="*/ 92 w 92"/>
                  <a:gd name="T29" fmla="*/ 0 h 54"/>
                  <a:gd name="T30" fmla="*/ 76 w 92"/>
                  <a:gd name="T31"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2" h="54">
                    <a:moveTo>
                      <a:pt x="76" y="0"/>
                    </a:moveTo>
                    <a:cubicBezTo>
                      <a:pt x="76" y="9"/>
                      <a:pt x="73" y="18"/>
                      <a:pt x="66" y="24"/>
                    </a:cubicBezTo>
                    <a:cubicBezTo>
                      <a:pt x="56" y="35"/>
                      <a:pt x="39" y="37"/>
                      <a:pt x="27" y="29"/>
                    </a:cubicBezTo>
                    <a:cubicBezTo>
                      <a:pt x="31" y="25"/>
                      <a:pt x="36" y="20"/>
                      <a:pt x="36" y="20"/>
                    </a:cubicBezTo>
                    <a:cubicBezTo>
                      <a:pt x="39" y="16"/>
                      <a:pt x="36" y="14"/>
                      <a:pt x="34" y="14"/>
                    </a:cubicBezTo>
                    <a:cubicBezTo>
                      <a:pt x="11" y="14"/>
                      <a:pt x="11" y="14"/>
                      <a:pt x="11" y="14"/>
                    </a:cubicBezTo>
                    <a:cubicBezTo>
                      <a:pt x="10" y="14"/>
                      <a:pt x="9" y="14"/>
                      <a:pt x="9" y="14"/>
                    </a:cubicBezTo>
                    <a:cubicBezTo>
                      <a:pt x="7" y="14"/>
                      <a:pt x="7" y="14"/>
                      <a:pt x="7" y="14"/>
                    </a:cubicBezTo>
                    <a:cubicBezTo>
                      <a:pt x="2" y="14"/>
                      <a:pt x="2" y="14"/>
                      <a:pt x="2" y="14"/>
                    </a:cubicBezTo>
                    <a:cubicBezTo>
                      <a:pt x="1" y="14"/>
                      <a:pt x="0" y="15"/>
                      <a:pt x="0" y="16"/>
                    </a:cubicBezTo>
                    <a:cubicBezTo>
                      <a:pt x="0" y="47"/>
                      <a:pt x="0" y="47"/>
                      <a:pt x="0" y="47"/>
                    </a:cubicBezTo>
                    <a:cubicBezTo>
                      <a:pt x="0" y="50"/>
                      <a:pt x="3" y="53"/>
                      <a:pt x="6" y="49"/>
                    </a:cubicBezTo>
                    <a:cubicBezTo>
                      <a:pt x="6" y="49"/>
                      <a:pt x="12" y="44"/>
                      <a:pt x="15" y="41"/>
                    </a:cubicBezTo>
                    <a:cubicBezTo>
                      <a:pt x="34" y="54"/>
                      <a:pt x="61" y="53"/>
                      <a:pt x="78" y="36"/>
                    </a:cubicBezTo>
                    <a:cubicBezTo>
                      <a:pt x="88" y="26"/>
                      <a:pt x="92" y="13"/>
                      <a:pt x="92" y="0"/>
                    </a:cubicBezTo>
                    <a:cubicBezTo>
                      <a:pt x="76" y="0"/>
                      <a:pt x="76" y="0"/>
                      <a:pt x="76"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sp>
          <p:nvSpPr>
            <p:cNvPr id="27662" name="Freeform 20"/>
            <p:cNvSpPr>
              <a:spLocks noEditPoints="1"/>
            </p:cNvSpPr>
            <p:nvPr/>
          </p:nvSpPr>
          <p:spPr>
            <a:xfrm>
              <a:off x="3430385" y="3499128"/>
              <a:ext cx="317045" cy="280602"/>
            </a:xfrm>
            <a:custGeom>
              <a:avLst/>
              <a:gdLst/>
              <a:ahLst/>
              <a:cxnLst>
                <a:cxn ang="0">
                  <a:pos x="280861" y="0"/>
                </a:cxn>
                <a:cxn ang="0">
                  <a:pos x="37908" y="0"/>
                </a:cxn>
                <a:cxn ang="0">
                  <a:pos x="0" y="37873"/>
                </a:cxn>
                <a:cxn ang="0">
                  <a:pos x="0" y="168705"/>
                </a:cxn>
                <a:cxn ang="0">
                  <a:pos x="37908" y="204857"/>
                </a:cxn>
                <a:cxn ang="0">
                  <a:pos x="56861" y="204857"/>
                </a:cxn>
                <a:cxn ang="0">
                  <a:pos x="56861" y="270273"/>
                </a:cxn>
                <a:cxn ang="0">
                  <a:pos x="58584" y="277159"/>
                </a:cxn>
                <a:cxn ang="0">
                  <a:pos x="72369" y="277159"/>
                </a:cxn>
                <a:cxn ang="0">
                  <a:pos x="149907" y="204857"/>
                </a:cxn>
                <a:cxn ang="0">
                  <a:pos x="280861" y="204857"/>
                </a:cxn>
                <a:cxn ang="0">
                  <a:pos x="317045" y="168705"/>
                </a:cxn>
                <a:cxn ang="0">
                  <a:pos x="317045" y="37873"/>
                </a:cxn>
                <a:cxn ang="0">
                  <a:pos x="280861" y="0"/>
                </a:cxn>
                <a:cxn ang="0">
                  <a:pos x="65477" y="56809"/>
                </a:cxn>
                <a:cxn ang="0">
                  <a:pos x="215384" y="56809"/>
                </a:cxn>
                <a:cxn ang="0">
                  <a:pos x="223999" y="65416"/>
                </a:cxn>
                <a:cxn ang="0">
                  <a:pos x="215384" y="74024"/>
                </a:cxn>
                <a:cxn ang="0">
                  <a:pos x="65477" y="74024"/>
                </a:cxn>
                <a:cxn ang="0">
                  <a:pos x="56861" y="65416"/>
                </a:cxn>
                <a:cxn ang="0">
                  <a:pos x="65477" y="56809"/>
                </a:cxn>
                <a:cxn ang="0">
                  <a:pos x="139569" y="149769"/>
                </a:cxn>
                <a:cxn ang="0">
                  <a:pos x="65477" y="149769"/>
                </a:cxn>
                <a:cxn ang="0">
                  <a:pos x="56861" y="139440"/>
                </a:cxn>
                <a:cxn ang="0">
                  <a:pos x="65477" y="130833"/>
                </a:cxn>
                <a:cxn ang="0">
                  <a:pos x="139569" y="130833"/>
                </a:cxn>
                <a:cxn ang="0">
                  <a:pos x="149907" y="139440"/>
                </a:cxn>
                <a:cxn ang="0">
                  <a:pos x="139569" y="149769"/>
                </a:cxn>
                <a:cxn ang="0">
                  <a:pos x="251568" y="111897"/>
                </a:cxn>
                <a:cxn ang="0">
                  <a:pos x="65477" y="111897"/>
                </a:cxn>
                <a:cxn ang="0">
                  <a:pos x="56861" y="103289"/>
                </a:cxn>
                <a:cxn ang="0">
                  <a:pos x="65477" y="92960"/>
                </a:cxn>
                <a:cxn ang="0">
                  <a:pos x="251568" y="92960"/>
                </a:cxn>
                <a:cxn ang="0">
                  <a:pos x="261907" y="103289"/>
                </a:cxn>
                <a:cxn ang="0">
                  <a:pos x="251568" y="111897"/>
                </a:cxn>
              </a:cxnLst>
              <a:pathLst>
                <a:path w="184" h="163">
                  <a:moveTo>
                    <a:pt x="163" y="0"/>
                  </a:moveTo>
                  <a:cubicBezTo>
                    <a:pt x="22" y="0"/>
                    <a:pt x="22" y="0"/>
                    <a:pt x="22" y="0"/>
                  </a:cubicBezTo>
                  <a:cubicBezTo>
                    <a:pt x="10" y="0"/>
                    <a:pt x="0" y="10"/>
                    <a:pt x="0" y="22"/>
                  </a:cubicBezTo>
                  <a:cubicBezTo>
                    <a:pt x="0" y="98"/>
                    <a:pt x="0" y="98"/>
                    <a:pt x="0" y="98"/>
                  </a:cubicBezTo>
                  <a:cubicBezTo>
                    <a:pt x="0" y="110"/>
                    <a:pt x="10" y="119"/>
                    <a:pt x="22" y="119"/>
                  </a:cubicBezTo>
                  <a:cubicBezTo>
                    <a:pt x="33" y="119"/>
                    <a:pt x="33" y="119"/>
                    <a:pt x="33" y="119"/>
                  </a:cubicBezTo>
                  <a:cubicBezTo>
                    <a:pt x="33" y="157"/>
                    <a:pt x="33" y="157"/>
                    <a:pt x="33" y="157"/>
                  </a:cubicBezTo>
                  <a:cubicBezTo>
                    <a:pt x="33" y="159"/>
                    <a:pt x="33" y="160"/>
                    <a:pt x="34" y="161"/>
                  </a:cubicBezTo>
                  <a:cubicBezTo>
                    <a:pt x="36" y="163"/>
                    <a:pt x="40" y="163"/>
                    <a:pt x="42" y="161"/>
                  </a:cubicBezTo>
                  <a:cubicBezTo>
                    <a:pt x="87" y="119"/>
                    <a:pt x="87" y="119"/>
                    <a:pt x="87" y="119"/>
                  </a:cubicBezTo>
                  <a:cubicBezTo>
                    <a:pt x="163" y="119"/>
                    <a:pt x="163" y="119"/>
                    <a:pt x="163" y="119"/>
                  </a:cubicBezTo>
                  <a:cubicBezTo>
                    <a:pt x="175" y="119"/>
                    <a:pt x="184" y="110"/>
                    <a:pt x="184" y="98"/>
                  </a:cubicBezTo>
                  <a:cubicBezTo>
                    <a:pt x="184" y="22"/>
                    <a:pt x="184" y="22"/>
                    <a:pt x="184" y="22"/>
                  </a:cubicBezTo>
                  <a:cubicBezTo>
                    <a:pt x="184" y="10"/>
                    <a:pt x="175" y="0"/>
                    <a:pt x="163" y="0"/>
                  </a:cubicBezTo>
                  <a:moveTo>
                    <a:pt x="38" y="33"/>
                  </a:moveTo>
                  <a:cubicBezTo>
                    <a:pt x="125" y="33"/>
                    <a:pt x="125" y="33"/>
                    <a:pt x="125" y="33"/>
                  </a:cubicBezTo>
                  <a:cubicBezTo>
                    <a:pt x="128" y="33"/>
                    <a:pt x="130" y="35"/>
                    <a:pt x="130" y="38"/>
                  </a:cubicBezTo>
                  <a:cubicBezTo>
                    <a:pt x="130" y="41"/>
                    <a:pt x="128" y="43"/>
                    <a:pt x="125" y="43"/>
                  </a:cubicBezTo>
                  <a:cubicBezTo>
                    <a:pt x="38" y="43"/>
                    <a:pt x="38" y="43"/>
                    <a:pt x="38" y="43"/>
                  </a:cubicBezTo>
                  <a:cubicBezTo>
                    <a:pt x="35" y="43"/>
                    <a:pt x="33" y="41"/>
                    <a:pt x="33" y="38"/>
                  </a:cubicBezTo>
                  <a:cubicBezTo>
                    <a:pt x="33" y="35"/>
                    <a:pt x="35" y="33"/>
                    <a:pt x="38" y="33"/>
                  </a:cubicBezTo>
                  <a:moveTo>
                    <a:pt x="81" y="87"/>
                  </a:moveTo>
                  <a:cubicBezTo>
                    <a:pt x="38" y="87"/>
                    <a:pt x="38" y="87"/>
                    <a:pt x="38" y="87"/>
                  </a:cubicBezTo>
                  <a:cubicBezTo>
                    <a:pt x="35" y="87"/>
                    <a:pt x="33" y="84"/>
                    <a:pt x="33" y="81"/>
                  </a:cubicBezTo>
                  <a:cubicBezTo>
                    <a:pt x="33" y="78"/>
                    <a:pt x="35" y="76"/>
                    <a:pt x="38" y="76"/>
                  </a:cubicBezTo>
                  <a:cubicBezTo>
                    <a:pt x="81" y="76"/>
                    <a:pt x="81" y="76"/>
                    <a:pt x="81" y="76"/>
                  </a:cubicBezTo>
                  <a:cubicBezTo>
                    <a:pt x="84" y="76"/>
                    <a:pt x="87" y="78"/>
                    <a:pt x="87" y="81"/>
                  </a:cubicBezTo>
                  <a:cubicBezTo>
                    <a:pt x="87" y="84"/>
                    <a:pt x="84" y="87"/>
                    <a:pt x="81" y="87"/>
                  </a:cubicBezTo>
                  <a:moveTo>
                    <a:pt x="146" y="65"/>
                  </a:moveTo>
                  <a:cubicBezTo>
                    <a:pt x="38" y="65"/>
                    <a:pt x="38" y="65"/>
                    <a:pt x="38" y="65"/>
                  </a:cubicBezTo>
                  <a:cubicBezTo>
                    <a:pt x="35" y="65"/>
                    <a:pt x="33" y="63"/>
                    <a:pt x="33" y="60"/>
                  </a:cubicBezTo>
                  <a:cubicBezTo>
                    <a:pt x="33" y="57"/>
                    <a:pt x="35" y="54"/>
                    <a:pt x="38" y="54"/>
                  </a:cubicBezTo>
                  <a:cubicBezTo>
                    <a:pt x="146" y="54"/>
                    <a:pt x="146" y="54"/>
                    <a:pt x="146" y="54"/>
                  </a:cubicBezTo>
                  <a:cubicBezTo>
                    <a:pt x="149" y="54"/>
                    <a:pt x="152" y="57"/>
                    <a:pt x="152" y="60"/>
                  </a:cubicBezTo>
                  <a:cubicBezTo>
                    <a:pt x="152" y="63"/>
                    <a:pt x="149" y="65"/>
                    <a:pt x="146" y="65"/>
                  </a:cubicBezTo>
                </a:path>
              </a:pathLst>
            </a:custGeom>
            <a:solidFill>
              <a:srgbClr val="145F89"/>
            </a:solidFill>
            <a:ln w="9525">
              <a:noFill/>
            </a:ln>
          </p:spPr>
          <p:txBody>
            <a:bodyPr/>
            <a:p>
              <a:endParaRPr lang="en-US"/>
            </a:p>
          </p:txBody>
        </p:sp>
        <p:sp>
          <p:nvSpPr>
            <p:cNvPr id="27663" name="Oval 21"/>
            <p:cNvSpPr/>
            <p:nvPr/>
          </p:nvSpPr>
          <p:spPr>
            <a:xfrm>
              <a:off x="1375062" y="2943754"/>
              <a:ext cx="600562" cy="599833"/>
            </a:xfrm>
            <a:prstGeom prst="ellipse">
              <a:avLst/>
            </a:prstGeom>
            <a:solidFill>
              <a:srgbClr val="179E97"/>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664" name="Freeform 22"/>
            <p:cNvSpPr/>
            <p:nvPr/>
          </p:nvSpPr>
          <p:spPr>
            <a:xfrm>
              <a:off x="1497507" y="3092437"/>
              <a:ext cx="358588" cy="349842"/>
            </a:xfrm>
            <a:custGeom>
              <a:avLst/>
              <a:gdLst/>
              <a:ahLst/>
              <a:cxnLst>
                <a:cxn ang="0">
                  <a:pos x="358588" y="130975"/>
                </a:cxn>
                <a:cxn ang="0">
                  <a:pos x="182742" y="112018"/>
                </a:cxn>
                <a:cxn ang="0">
                  <a:pos x="179294" y="129252"/>
                </a:cxn>
                <a:cxn ang="0">
                  <a:pos x="175846" y="112018"/>
                </a:cxn>
                <a:cxn ang="0">
                  <a:pos x="0" y="136145"/>
                </a:cxn>
                <a:cxn ang="0">
                  <a:pos x="182742" y="349842"/>
                </a:cxn>
                <a:cxn ang="0">
                  <a:pos x="182742" y="349842"/>
                </a:cxn>
                <a:cxn ang="0">
                  <a:pos x="182742" y="349842"/>
                </a:cxn>
                <a:cxn ang="0">
                  <a:pos x="182742" y="349842"/>
                </a:cxn>
                <a:cxn ang="0">
                  <a:pos x="182742" y="349842"/>
                </a:cxn>
                <a:cxn ang="0">
                  <a:pos x="358588" y="130975"/>
                </a:cxn>
              </a:cxnLst>
              <a:pathLst>
                <a:path w="208" h="203">
                  <a:moveTo>
                    <a:pt x="208" y="76"/>
                  </a:moveTo>
                  <a:cubicBezTo>
                    <a:pt x="207" y="7"/>
                    <a:pt x="121" y="0"/>
                    <a:pt x="106" y="65"/>
                  </a:cubicBezTo>
                  <a:cubicBezTo>
                    <a:pt x="104" y="75"/>
                    <a:pt x="104" y="75"/>
                    <a:pt x="104" y="75"/>
                  </a:cubicBezTo>
                  <a:cubicBezTo>
                    <a:pt x="102" y="65"/>
                    <a:pt x="102" y="65"/>
                    <a:pt x="102" y="65"/>
                  </a:cubicBezTo>
                  <a:cubicBezTo>
                    <a:pt x="85" y="0"/>
                    <a:pt x="0" y="10"/>
                    <a:pt x="0" y="79"/>
                  </a:cubicBezTo>
                  <a:cubicBezTo>
                    <a:pt x="1" y="134"/>
                    <a:pt x="70" y="171"/>
                    <a:pt x="106" y="203"/>
                  </a:cubicBezTo>
                  <a:cubicBezTo>
                    <a:pt x="106" y="203"/>
                    <a:pt x="106" y="203"/>
                    <a:pt x="106" y="203"/>
                  </a:cubicBezTo>
                  <a:cubicBezTo>
                    <a:pt x="106" y="203"/>
                    <a:pt x="106" y="203"/>
                    <a:pt x="106" y="203"/>
                  </a:cubicBezTo>
                  <a:cubicBezTo>
                    <a:pt x="106" y="203"/>
                    <a:pt x="106" y="203"/>
                    <a:pt x="106" y="203"/>
                  </a:cubicBezTo>
                  <a:cubicBezTo>
                    <a:pt x="106" y="203"/>
                    <a:pt x="106" y="203"/>
                    <a:pt x="106" y="203"/>
                  </a:cubicBezTo>
                  <a:cubicBezTo>
                    <a:pt x="140" y="170"/>
                    <a:pt x="208" y="131"/>
                    <a:pt x="208" y="76"/>
                  </a:cubicBezTo>
                  <a:close/>
                </a:path>
              </a:pathLst>
            </a:custGeom>
            <a:solidFill>
              <a:schemeClr val="bg1"/>
            </a:solidFill>
            <a:ln w="9525">
              <a:noFill/>
            </a:ln>
          </p:spPr>
          <p:txBody>
            <a:bodyPr/>
            <a:p>
              <a:endParaRPr lang="en-US"/>
            </a:p>
          </p:txBody>
        </p:sp>
        <p:sp>
          <p:nvSpPr>
            <p:cNvPr id="27665" name="Oval 23"/>
            <p:cNvSpPr/>
            <p:nvPr/>
          </p:nvSpPr>
          <p:spPr>
            <a:xfrm>
              <a:off x="1727090" y="2331530"/>
              <a:ext cx="607121" cy="607122"/>
            </a:xfrm>
            <a:prstGeom prst="ellipse">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666" name="Freeform 24"/>
            <p:cNvSpPr/>
            <p:nvPr/>
          </p:nvSpPr>
          <p:spPr>
            <a:xfrm>
              <a:off x="2090780" y="2513011"/>
              <a:ext cx="131191" cy="244889"/>
            </a:xfrm>
            <a:custGeom>
              <a:avLst/>
              <a:gdLst/>
              <a:ahLst/>
              <a:cxnLst>
                <a:cxn ang="0">
                  <a:pos x="131191" y="220745"/>
                </a:cxn>
                <a:cxn ang="0">
                  <a:pos x="124286" y="244889"/>
                </a:cxn>
                <a:cxn ang="0">
                  <a:pos x="0" y="106923"/>
                </a:cxn>
                <a:cxn ang="0">
                  <a:pos x="122560" y="0"/>
                </a:cxn>
                <a:cxn ang="0">
                  <a:pos x="131191" y="25869"/>
                </a:cxn>
                <a:cxn ang="0">
                  <a:pos x="131191" y="220745"/>
                </a:cxn>
              </a:cxnLst>
              <a:pathLst>
                <a:path w="76" h="142">
                  <a:moveTo>
                    <a:pt x="76" y="128"/>
                  </a:moveTo>
                  <a:cubicBezTo>
                    <a:pt x="76" y="133"/>
                    <a:pt x="74" y="138"/>
                    <a:pt x="72" y="142"/>
                  </a:cubicBezTo>
                  <a:cubicBezTo>
                    <a:pt x="0" y="62"/>
                    <a:pt x="0" y="62"/>
                    <a:pt x="0" y="62"/>
                  </a:cubicBezTo>
                  <a:cubicBezTo>
                    <a:pt x="71" y="0"/>
                    <a:pt x="71" y="0"/>
                    <a:pt x="71" y="0"/>
                  </a:cubicBezTo>
                  <a:cubicBezTo>
                    <a:pt x="74" y="4"/>
                    <a:pt x="76" y="9"/>
                    <a:pt x="76" y="15"/>
                  </a:cubicBezTo>
                  <a:lnTo>
                    <a:pt x="76" y="128"/>
                  </a:lnTo>
                  <a:close/>
                </a:path>
              </a:pathLst>
            </a:custGeom>
            <a:solidFill>
              <a:schemeClr val="bg1"/>
            </a:solidFill>
            <a:ln w="9525">
              <a:noFill/>
            </a:ln>
          </p:spPr>
          <p:txBody>
            <a:bodyPr/>
            <a:p>
              <a:endParaRPr lang="en-US"/>
            </a:p>
          </p:txBody>
        </p:sp>
        <p:sp>
          <p:nvSpPr>
            <p:cNvPr id="27667" name="Freeform 25"/>
            <p:cNvSpPr/>
            <p:nvPr/>
          </p:nvSpPr>
          <p:spPr>
            <a:xfrm>
              <a:off x="1856095" y="2486773"/>
              <a:ext cx="348384" cy="157429"/>
            </a:xfrm>
            <a:custGeom>
              <a:avLst/>
              <a:gdLst/>
              <a:ahLst/>
              <a:cxnLst>
                <a:cxn ang="0">
                  <a:pos x="174192" y="157429"/>
                </a:cxn>
                <a:cxn ang="0">
                  <a:pos x="348384" y="5190"/>
                </a:cxn>
                <a:cxn ang="0">
                  <a:pos x="324239" y="0"/>
                </a:cxn>
                <a:cxn ang="0">
                  <a:pos x="24145" y="0"/>
                </a:cxn>
                <a:cxn ang="0">
                  <a:pos x="0" y="5190"/>
                </a:cxn>
                <a:cxn ang="0">
                  <a:pos x="174192" y="157429"/>
                </a:cxn>
              </a:cxnLst>
              <a:pathLst>
                <a:path w="202" h="91">
                  <a:moveTo>
                    <a:pt x="101" y="91"/>
                  </a:moveTo>
                  <a:cubicBezTo>
                    <a:pt x="202" y="3"/>
                    <a:pt x="202" y="3"/>
                    <a:pt x="202" y="3"/>
                  </a:cubicBezTo>
                  <a:cubicBezTo>
                    <a:pt x="197" y="1"/>
                    <a:pt x="193" y="0"/>
                    <a:pt x="188" y="0"/>
                  </a:cubicBezTo>
                  <a:cubicBezTo>
                    <a:pt x="14" y="0"/>
                    <a:pt x="14" y="0"/>
                    <a:pt x="14" y="0"/>
                  </a:cubicBezTo>
                  <a:cubicBezTo>
                    <a:pt x="9" y="0"/>
                    <a:pt x="4" y="1"/>
                    <a:pt x="0" y="3"/>
                  </a:cubicBezTo>
                  <a:lnTo>
                    <a:pt x="101" y="91"/>
                  </a:lnTo>
                  <a:close/>
                </a:path>
              </a:pathLst>
            </a:custGeom>
            <a:solidFill>
              <a:schemeClr val="bg1"/>
            </a:solidFill>
            <a:ln w="9525">
              <a:noFill/>
            </a:ln>
          </p:spPr>
          <p:txBody>
            <a:bodyPr/>
            <a:p>
              <a:endParaRPr lang="en-US"/>
            </a:p>
          </p:txBody>
        </p:sp>
        <p:sp>
          <p:nvSpPr>
            <p:cNvPr id="27668" name="Freeform 26"/>
            <p:cNvSpPr/>
            <p:nvPr/>
          </p:nvSpPr>
          <p:spPr>
            <a:xfrm>
              <a:off x="1854638" y="2635455"/>
              <a:ext cx="352029" cy="150141"/>
            </a:xfrm>
            <a:custGeom>
              <a:avLst/>
              <a:gdLst/>
              <a:ahLst/>
              <a:cxnLst>
                <a:cxn ang="0">
                  <a:pos x="224332" y="0"/>
                </a:cxn>
                <a:cxn ang="0">
                  <a:pos x="184643" y="34515"/>
                </a:cxn>
                <a:cxn ang="0">
                  <a:pos x="176015" y="37967"/>
                </a:cxn>
                <a:cxn ang="0">
                  <a:pos x="167386" y="34515"/>
                </a:cxn>
                <a:cxn ang="0">
                  <a:pos x="127697" y="0"/>
                </a:cxn>
                <a:cxn ang="0">
                  <a:pos x="0" y="143238"/>
                </a:cxn>
                <a:cxn ang="0">
                  <a:pos x="25884" y="150141"/>
                </a:cxn>
                <a:cxn ang="0">
                  <a:pos x="326145" y="150141"/>
                </a:cxn>
                <a:cxn ang="0">
                  <a:pos x="352029" y="143238"/>
                </a:cxn>
                <a:cxn ang="0">
                  <a:pos x="224332" y="0"/>
                </a:cxn>
              </a:cxnLst>
              <a:pathLst>
                <a:path w="204" h="87">
                  <a:moveTo>
                    <a:pt x="130" y="0"/>
                  </a:moveTo>
                  <a:cubicBezTo>
                    <a:pt x="107" y="20"/>
                    <a:pt x="107" y="20"/>
                    <a:pt x="107" y="20"/>
                  </a:cubicBezTo>
                  <a:cubicBezTo>
                    <a:pt x="105" y="22"/>
                    <a:pt x="104" y="22"/>
                    <a:pt x="102" y="22"/>
                  </a:cubicBezTo>
                  <a:cubicBezTo>
                    <a:pt x="100" y="22"/>
                    <a:pt x="99" y="22"/>
                    <a:pt x="97" y="20"/>
                  </a:cubicBezTo>
                  <a:cubicBezTo>
                    <a:pt x="74" y="0"/>
                    <a:pt x="74" y="0"/>
                    <a:pt x="74" y="0"/>
                  </a:cubicBezTo>
                  <a:cubicBezTo>
                    <a:pt x="0" y="83"/>
                    <a:pt x="0" y="83"/>
                    <a:pt x="0" y="83"/>
                  </a:cubicBezTo>
                  <a:cubicBezTo>
                    <a:pt x="4" y="86"/>
                    <a:pt x="10" y="87"/>
                    <a:pt x="15" y="87"/>
                  </a:cubicBezTo>
                  <a:cubicBezTo>
                    <a:pt x="189" y="87"/>
                    <a:pt x="189" y="87"/>
                    <a:pt x="189" y="87"/>
                  </a:cubicBezTo>
                  <a:cubicBezTo>
                    <a:pt x="194" y="87"/>
                    <a:pt x="200" y="86"/>
                    <a:pt x="204" y="83"/>
                  </a:cubicBezTo>
                  <a:lnTo>
                    <a:pt x="130" y="0"/>
                  </a:lnTo>
                  <a:close/>
                </a:path>
              </a:pathLst>
            </a:custGeom>
            <a:solidFill>
              <a:schemeClr val="bg1"/>
            </a:solidFill>
            <a:ln w="9525">
              <a:noFill/>
            </a:ln>
          </p:spPr>
          <p:txBody>
            <a:bodyPr/>
            <a:p>
              <a:endParaRPr lang="en-US"/>
            </a:p>
          </p:txBody>
        </p:sp>
        <p:sp>
          <p:nvSpPr>
            <p:cNvPr id="27669" name="Freeform 27"/>
            <p:cNvSpPr/>
            <p:nvPr/>
          </p:nvSpPr>
          <p:spPr>
            <a:xfrm>
              <a:off x="1830585" y="2509367"/>
              <a:ext cx="132649" cy="249992"/>
            </a:xfrm>
            <a:custGeom>
              <a:avLst/>
              <a:gdLst/>
              <a:ahLst/>
              <a:cxnLst>
                <a:cxn ang="0">
                  <a:pos x="8614" y="0"/>
                </a:cxn>
                <a:cxn ang="0">
                  <a:pos x="0" y="27585"/>
                </a:cxn>
                <a:cxn ang="0">
                  <a:pos x="0" y="225855"/>
                </a:cxn>
                <a:cxn ang="0">
                  <a:pos x="6891" y="249992"/>
                </a:cxn>
                <a:cxn ang="0">
                  <a:pos x="132649" y="108617"/>
                </a:cxn>
                <a:cxn ang="0">
                  <a:pos x="8614" y="0"/>
                </a:cxn>
              </a:cxnLst>
              <a:pathLst>
                <a:path w="77" h="145">
                  <a:moveTo>
                    <a:pt x="5" y="0"/>
                  </a:moveTo>
                  <a:cubicBezTo>
                    <a:pt x="2" y="5"/>
                    <a:pt x="0" y="10"/>
                    <a:pt x="0" y="16"/>
                  </a:cubicBezTo>
                  <a:cubicBezTo>
                    <a:pt x="0" y="131"/>
                    <a:pt x="0" y="131"/>
                    <a:pt x="0" y="131"/>
                  </a:cubicBezTo>
                  <a:cubicBezTo>
                    <a:pt x="0" y="136"/>
                    <a:pt x="2" y="141"/>
                    <a:pt x="4" y="145"/>
                  </a:cubicBezTo>
                  <a:cubicBezTo>
                    <a:pt x="77" y="63"/>
                    <a:pt x="77" y="63"/>
                    <a:pt x="77" y="63"/>
                  </a:cubicBezTo>
                  <a:lnTo>
                    <a:pt x="5" y="0"/>
                  </a:lnTo>
                  <a:close/>
                </a:path>
              </a:pathLst>
            </a:custGeom>
            <a:solidFill>
              <a:schemeClr val="bg1"/>
            </a:solidFill>
            <a:ln w="9525">
              <a:noFill/>
            </a:ln>
          </p:spPr>
          <p:txBody>
            <a:bodyPr/>
            <a:p>
              <a:endParaRPr lang="en-US"/>
            </a:p>
          </p:txBody>
        </p:sp>
        <p:sp>
          <p:nvSpPr>
            <p:cNvPr id="27670" name="Oval 28"/>
            <p:cNvSpPr/>
            <p:nvPr/>
          </p:nvSpPr>
          <p:spPr>
            <a:xfrm>
              <a:off x="1978540" y="3552333"/>
              <a:ext cx="494881" cy="492695"/>
            </a:xfrm>
            <a:prstGeom prst="ellipse">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671" name="Freeform 29"/>
            <p:cNvSpPr>
              <a:spLocks noEditPoints="1"/>
            </p:cNvSpPr>
            <p:nvPr/>
          </p:nvSpPr>
          <p:spPr>
            <a:xfrm>
              <a:off x="2128680" y="3629590"/>
              <a:ext cx="198244" cy="350571"/>
            </a:xfrm>
            <a:custGeom>
              <a:avLst/>
              <a:gdLst/>
              <a:ahLst/>
              <a:cxnLst>
                <a:cxn ang="0">
                  <a:pos x="172386" y="0"/>
                </a:cxn>
                <a:cxn ang="0">
                  <a:pos x="24134" y="0"/>
                </a:cxn>
                <a:cxn ang="0">
                  <a:pos x="0" y="25904"/>
                </a:cxn>
                <a:cxn ang="0">
                  <a:pos x="0" y="326394"/>
                </a:cxn>
                <a:cxn ang="0">
                  <a:pos x="24134" y="350571"/>
                </a:cxn>
                <a:cxn ang="0">
                  <a:pos x="172386" y="350571"/>
                </a:cxn>
                <a:cxn ang="0">
                  <a:pos x="198244" y="326394"/>
                </a:cxn>
                <a:cxn ang="0">
                  <a:pos x="198244" y="25904"/>
                </a:cxn>
                <a:cxn ang="0">
                  <a:pos x="172386" y="0"/>
                </a:cxn>
                <a:cxn ang="0">
                  <a:pos x="155147" y="17270"/>
                </a:cxn>
                <a:cxn ang="0">
                  <a:pos x="162043" y="24177"/>
                </a:cxn>
                <a:cxn ang="0">
                  <a:pos x="155147" y="29358"/>
                </a:cxn>
                <a:cxn ang="0">
                  <a:pos x="148252" y="24177"/>
                </a:cxn>
                <a:cxn ang="0">
                  <a:pos x="155147" y="17270"/>
                </a:cxn>
                <a:cxn ang="0">
                  <a:pos x="63783" y="18996"/>
                </a:cxn>
                <a:cxn ang="0">
                  <a:pos x="132737" y="18996"/>
                </a:cxn>
                <a:cxn ang="0">
                  <a:pos x="132737" y="27631"/>
                </a:cxn>
                <a:cxn ang="0">
                  <a:pos x="63783" y="27631"/>
                </a:cxn>
                <a:cxn ang="0">
                  <a:pos x="63783" y="18996"/>
                </a:cxn>
                <a:cxn ang="0">
                  <a:pos x="98260" y="335028"/>
                </a:cxn>
                <a:cxn ang="0">
                  <a:pos x="81021" y="317759"/>
                </a:cxn>
                <a:cxn ang="0">
                  <a:pos x="98260" y="302216"/>
                </a:cxn>
                <a:cxn ang="0">
                  <a:pos x="115499" y="317759"/>
                </a:cxn>
                <a:cxn ang="0">
                  <a:pos x="98260" y="335028"/>
                </a:cxn>
                <a:cxn ang="0">
                  <a:pos x="177558" y="284947"/>
                </a:cxn>
                <a:cxn ang="0">
                  <a:pos x="18962" y="284947"/>
                </a:cxn>
                <a:cxn ang="0">
                  <a:pos x="18962" y="43174"/>
                </a:cxn>
                <a:cxn ang="0">
                  <a:pos x="177558" y="43174"/>
                </a:cxn>
                <a:cxn ang="0">
                  <a:pos x="177558" y="284947"/>
                </a:cxn>
              </a:cxnLst>
              <a:pathLst>
                <a:path w="115" h="203">
                  <a:moveTo>
                    <a:pt x="100" y="0"/>
                  </a:moveTo>
                  <a:cubicBezTo>
                    <a:pt x="14" y="0"/>
                    <a:pt x="14" y="0"/>
                    <a:pt x="14" y="0"/>
                  </a:cubicBezTo>
                  <a:cubicBezTo>
                    <a:pt x="6" y="0"/>
                    <a:pt x="0" y="7"/>
                    <a:pt x="0" y="15"/>
                  </a:cubicBezTo>
                  <a:cubicBezTo>
                    <a:pt x="0" y="189"/>
                    <a:pt x="0" y="189"/>
                    <a:pt x="0" y="189"/>
                  </a:cubicBezTo>
                  <a:cubicBezTo>
                    <a:pt x="0" y="197"/>
                    <a:pt x="6" y="203"/>
                    <a:pt x="14" y="203"/>
                  </a:cubicBezTo>
                  <a:cubicBezTo>
                    <a:pt x="100" y="203"/>
                    <a:pt x="100" y="203"/>
                    <a:pt x="100" y="203"/>
                  </a:cubicBezTo>
                  <a:cubicBezTo>
                    <a:pt x="108" y="203"/>
                    <a:pt x="115" y="197"/>
                    <a:pt x="115" y="189"/>
                  </a:cubicBezTo>
                  <a:cubicBezTo>
                    <a:pt x="115" y="15"/>
                    <a:pt x="115" y="15"/>
                    <a:pt x="115" y="15"/>
                  </a:cubicBezTo>
                  <a:cubicBezTo>
                    <a:pt x="115" y="7"/>
                    <a:pt x="108" y="0"/>
                    <a:pt x="100" y="0"/>
                  </a:cubicBezTo>
                  <a:moveTo>
                    <a:pt x="90" y="10"/>
                  </a:moveTo>
                  <a:cubicBezTo>
                    <a:pt x="92" y="10"/>
                    <a:pt x="94" y="11"/>
                    <a:pt x="94" y="14"/>
                  </a:cubicBezTo>
                  <a:cubicBezTo>
                    <a:pt x="94" y="16"/>
                    <a:pt x="92" y="17"/>
                    <a:pt x="90" y="17"/>
                  </a:cubicBezTo>
                  <a:cubicBezTo>
                    <a:pt x="88" y="17"/>
                    <a:pt x="86" y="16"/>
                    <a:pt x="86" y="14"/>
                  </a:cubicBezTo>
                  <a:cubicBezTo>
                    <a:pt x="86" y="11"/>
                    <a:pt x="88" y="10"/>
                    <a:pt x="90" y="10"/>
                  </a:cubicBezTo>
                  <a:moveTo>
                    <a:pt x="37" y="11"/>
                  </a:moveTo>
                  <a:cubicBezTo>
                    <a:pt x="77" y="11"/>
                    <a:pt x="77" y="11"/>
                    <a:pt x="77" y="11"/>
                  </a:cubicBezTo>
                  <a:cubicBezTo>
                    <a:pt x="77" y="16"/>
                    <a:pt x="77" y="16"/>
                    <a:pt x="77" y="16"/>
                  </a:cubicBezTo>
                  <a:cubicBezTo>
                    <a:pt x="37" y="16"/>
                    <a:pt x="37" y="16"/>
                    <a:pt x="37" y="16"/>
                  </a:cubicBezTo>
                  <a:lnTo>
                    <a:pt x="37" y="11"/>
                  </a:lnTo>
                  <a:close/>
                  <a:moveTo>
                    <a:pt x="57" y="194"/>
                  </a:moveTo>
                  <a:cubicBezTo>
                    <a:pt x="52" y="194"/>
                    <a:pt x="47" y="190"/>
                    <a:pt x="47" y="184"/>
                  </a:cubicBezTo>
                  <a:cubicBezTo>
                    <a:pt x="47" y="179"/>
                    <a:pt x="52" y="175"/>
                    <a:pt x="57" y="175"/>
                  </a:cubicBezTo>
                  <a:cubicBezTo>
                    <a:pt x="63" y="175"/>
                    <a:pt x="67" y="179"/>
                    <a:pt x="67" y="184"/>
                  </a:cubicBezTo>
                  <a:cubicBezTo>
                    <a:pt x="67" y="190"/>
                    <a:pt x="63" y="194"/>
                    <a:pt x="57" y="194"/>
                  </a:cubicBezTo>
                  <a:moveTo>
                    <a:pt x="103" y="165"/>
                  </a:moveTo>
                  <a:cubicBezTo>
                    <a:pt x="11" y="165"/>
                    <a:pt x="11" y="165"/>
                    <a:pt x="11" y="165"/>
                  </a:cubicBezTo>
                  <a:cubicBezTo>
                    <a:pt x="11" y="25"/>
                    <a:pt x="11" y="25"/>
                    <a:pt x="11" y="25"/>
                  </a:cubicBezTo>
                  <a:cubicBezTo>
                    <a:pt x="103" y="25"/>
                    <a:pt x="103" y="25"/>
                    <a:pt x="103" y="25"/>
                  </a:cubicBezTo>
                  <a:lnTo>
                    <a:pt x="103" y="165"/>
                  </a:lnTo>
                  <a:close/>
                </a:path>
              </a:pathLst>
            </a:custGeom>
            <a:solidFill>
              <a:schemeClr val="bg1"/>
            </a:solidFill>
            <a:ln w="9525">
              <a:noFill/>
            </a:ln>
          </p:spPr>
          <p:txBody>
            <a:bodyPr/>
            <a:p>
              <a:endParaRPr lang="en-US"/>
            </a:p>
          </p:txBody>
        </p:sp>
        <p:sp>
          <p:nvSpPr>
            <p:cNvPr id="27672" name="Oval 30"/>
            <p:cNvSpPr/>
            <p:nvPr/>
          </p:nvSpPr>
          <p:spPr>
            <a:xfrm>
              <a:off x="1244600" y="3626675"/>
              <a:ext cx="613682" cy="613682"/>
            </a:xfrm>
            <a:prstGeom prst="ellipse">
              <a:avLst/>
            </a:prstGeom>
            <a:solidFill>
              <a:srgbClr val="FE4B24"/>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673" name="Freeform 31"/>
            <p:cNvSpPr/>
            <p:nvPr/>
          </p:nvSpPr>
          <p:spPr>
            <a:xfrm>
              <a:off x="1406402" y="3762968"/>
              <a:ext cx="289349" cy="341096"/>
            </a:xfrm>
            <a:custGeom>
              <a:avLst/>
              <a:gdLst/>
              <a:ahLst/>
              <a:cxnLst>
                <a:cxn ang="0">
                  <a:pos x="158453" y="0"/>
                </a:cxn>
                <a:cxn ang="0">
                  <a:pos x="130896" y="0"/>
                </a:cxn>
                <a:cxn ang="0">
                  <a:pos x="130896" y="249793"/>
                </a:cxn>
                <a:cxn ang="0">
                  <a:pos x="79227" y="236011"/>
                </a:cxn>
                <a:cxn ang="0">
                  <a:pos x="0" y="289415"/>
                </a:cxn>
                <a:cxn ang="0">
                  <a:pos x="79227" y="341096"/>
                </a:cxn>
                <a:cxn ang="0">
                  <a:pos x="158453" y="289415"/>
                </a:cxn>
                <a:cxn ang="0">
                  <a:pos x="158453" y="79245"/>
                </a:cxn>
                <a:cxn ang="0">
                  <a:pos x="289349" y="184330"/>
                </a:cxn>
                <a:cxn ang="0">
                  <a:pos x="158453" y="0"/>
                </a:cxn>
              </a:cxnLst>
              <a:pathLst>
                <a:path w="168" h="198">
                  <a:moveTo>
                    <a:pt x="92" y="0"/>
                  </a:moveTo>
                  <a:cubicBezTo>
                    <a:pt x="76" y="0"/>
                    <a:pt x="76" y="0"/>
                    <a:pt x="76" y="0"/>
                  </a:cubicBezTo>
                  <a:cubicBezTo>
                    <a:pt x="76" y="145"/>
                    <a:pt x="76" y="145"/>
                    <a:pt x="76" y="145"/>
                  </a:cubicBezTo>
                  <a:cubicBezTo>
                    <a:pt x="68" y="140"/>
                    <a:pt x="58" y="137"/>
                    <a:pt x="46" y="137"/>
                  </a:cubicBezTo>
                  <a:cubicBezTo>
                    <a:pt x="21" y="137"/>
                    <a:pt x="0" y="151"/>
                    <a:pt x="0" y="168"/>
                  </a:cubicBezTo>
                  <a:cubicBezTo>
                    <a:pt x="0" y="184"/>
                    <a:pt x="21" y="198"/>
                    <a:pt x="46" y="198"/>
                  </a:cubicBezTo>
                  <a:cubicBezTo>
                    <a:pt x="71" y="198"/>
                    <a:pt x="92" y="184"/>
                    <a:pt x="92" y="168"/>
                  </a:cubicBezTo>
                  <a:cubicBezTo>
                    <a:pt x="92" y="46"/>
                    <a:pt x="92" y="46"/>
                    <a:pt x="92" y="46"/>
                  </a:cubicBezTo>
                  <a:cubicBezTo>
                    <a:pt x="130" y="40"/>
                    <a:pt x="152" y="84"/>
                    <a:pt x="168" y="107"/>
                  </a:cubicBezTo>
                  <a:cubicBezTo>
                    <a:pt x="158" y="0"/>
                    <a:pt x="92" y="0"/>
                    <a:pt x="92" y="0"/>
                  </a:cubicBezTo>
                </a:path>
              </a:pathLst>
            </a:custGeom>
            <a:solidFill>
              <a:schemeClr val="bg1"/>
            </a:solidFill>
            <a:ln w="9525">
              <a:noFill/>
            </a:ln>
          </p:spPr>
          <p:txBody>
            <a:bodyPr/>
            <a:p>
              <a:endParaRPr lang="en-US"/>
            </a:p>
          </p:txBody>
        </p:sp>
        <p:sp>
          <p:nvSpPr>
            <p:cNvPr id="27674" name="Oval 32"/>
            <p:cNvSpPr/>
            <p:nvPr/>
          </p:nvSpPr>
          <p:spPr>
            <a:xfrm>
              <a:off x="1939183" y="4819053"/>
              <a:ext cx="615139" cy="615868"/>
            </a:xfrm>
            <a:prstGeom prst="ellipse">
              <a:avLst/>
            </a:prstGeom>
            <a:solidFill>
              <a:srgbClr val="FE4B24"/>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grpSp>
          <p:nvGrpSpPr>
            <p:cNvPr id="27675" name="组合 33"/>
            <p:cNvGrpSpPr/>
            <p:nvPr/>
          </p:nvGrpSpPr>
          <p:grpSpPr>
            <a:xfrm>
              <a:off x="2076933" y="4962634"/>
              <a:ext cx="338181" cy="318503"/>
              <a:chOff x="2076933" y="4913647"/>
              <a:chExt cx="338181" cy="318503"/>
            </a:xfrm>
          </p:grpSpPr>
          <p:sp>
            <p:nvSpPr>
              <p:cNvPr id="27676" name="Freeform 33"/>
              <p:cNvSpPr/>
              <p:nvPr/>
            </p:nvSpPr>
            <p:spPr>
              <a:xfrm>
                <a:off x="2076933" y="5095857"/>
                <a:ext cx="338181" cy="136293"/>
              </a:xfrm>
              <a:custGeom>
                <a:avLst/>
                <a:gdLst/>
                <a:ahLst/>
                <a:cxnLst>
                  <a:cxn ang="0">
                    <a:pos x="220838" y="0"/>
                  </a:cxn>
                  <a:cxn ang="0">
                    <a:pos x="220838" y="36442"/>
                  </a:cxn>
                  <a:cxn ang="0">
                    <a:pos x="220838" y="59036"/>
                  </a:cxn>
                  <a:cxn ang="0">
                    <a:pos x="220838" y="60494"/>
                  </a:cxn>
                  <a:cxn ang="0">
                    <a:pos x="117343" y="60494"/>
                  </a:cxn>
                  <a:cxn ang="0">
                    <a:pos x="117343" y="36442"/>
                  </a:cxn>
                  <a:cxn ang="0">
                    <a:pos x="117343" y="36442"/>
                  </a:cxn>
                  <a:cxn ang="0">
                    <a:pos x="117343" y="0"/>
                  </a:cxn>
                  <a:cxn ang="0">
                    <a:pos x="0" y="0"/>
                  </a:cxn>
                  <a:cxn ang="0">
                    <a:pos x="0" y="136293"/>
                  </a:cxn>
                  <a:cxn ang="0">
                    <a:pos x="338181" y="136293"/>
                  </a:cxn>
                  <a:cxn ang="0">
                    <a:pos x="338181" y="0"/>
                  </a:cxn>
                  <a:cxn ang="0">
                    <a:pos x="220838" y="0"/>
                  </a:cxn>
                </a:cxnLst>
                <a:pathLst>
                  <a:path w="464" h="187">
                    <a:moveTo>
                      <a:pt x="303" y="0"/>
                    </a:moveTo>
                    <a:lnTo>
                      <a:pt x="303" y="50"/>
                    </a:lnTo>
                    <a:lnTo>
                      <a:pt x="303" y="81"/>
                    </a:lnTo>
                    <a:lnTo>
                      <a:pt x="303" y="83"/>
                    </a:lnTo>
                    <a:lnTo>
                      <a:pt x="161" y="83"/>
                    </a:lnTo>
                    <a:lnTo>
                      <a:pt x="161" y="50"/>
                    </a:lnTo>
                    <a:lnTo>
                      <a:pt x="161" y="50"/>
                    </a:lnTo>
                    <a:lnTo>
                      <a:pt x="161" y="0"/>
                    </a:lnTo>
                    <a:lnTo>
                      <a:pt x="0" y="0"/>
                    </a:lnTo>
                    <a:lnTo>
                      <a:pt x="0" y="187"/>
                    </a:lnTo>
                    <a:lnTo>
                      <a:pt x="464" y="187"/>
                    </a:lnTo>
                    <a:lnTo>
                      <a:pt x="464" y="0"/>
                    </a:lnTo>
                    <a:lnTo>
                      <a:pt x="303" y="0"/>
                    </a:lnTo>
                    <a:close/>
                  </a:path>
                </a:pathLst>
              </a:custGeom>
              <a:solidFill>
                <a:schemeClr val="bg1"/>
              </a:solidFill>
              <a:ln w="9525">
                <a:noFill/>
              </a:ln>
            </p:spPr>
            <p:txBody>
              <a:bodyPr/>
              <a:p>
                <a:endParaRPr lang="en-US"/>
              </a:p>
            </p:txBody>
          </p:sp>
          <p:sp>
            <p:nvSpPr>
              <p:cNvPr id="27677" name="Freeform 34"/>
              <p:cNvSpPr/>
              <p:nvPr/>
            </p:nvSpPr>
            <p:spPr>
              <a:xfrm>
                <a:off x="2076933" y="4979243"/>
                <a:ext cx="338181" cy="153056"/>
              </a:xfrm>
              <a:custGeom>
                <a:avLst/>
                <a:gdLst/>
                <a:ahLst/>
                <a:cxnLst>
                  <a:cxn ang="0">
                    <a:pos x="236144" y="0"/>
                  </a:cxn>
                  <a:cxn ang="0">
                    <a:pos x="236144" y="0"/>
                  </a:cxn>
                  <a:cxn ang="0">
                    <a:pos x="200431" y="0"/>
                  </a:cxn>
                  <a:cxn ang="0">
                    <a:pos x="200431" y="0"/>
                  </a:cxn>
                  <a:cxn ang="0">
                    <a:pos x="137750" y="0"/>
                  </a:cxn>
                  <a:cxn ang="0">
                    <a:pos x="137750" y="0"/>
                  </a:cxn>
                  <a:cxn ang="0">
                    <a:pos x="102037" y="0"/>
                  </a:cxn>
                  <a:cxn ang="0">
                    <a:pos x="102037" y="0"/>
                  </a:cxn>
                  <a:cxn ang="0">
                    <a:pos x="0" y="0"/>
                  </a:cxn>
                  <a:cxn ang="0">
                    <a:pos x="0" y="94749"/>
                  </a:cxn>
                  <a:cxn ang="0">
                    <a:pos x="141395" y="94749"/>
                  </a:cxn>
                  <a:cxn ang="0">
                    <a:pos x="141395" y="94749"/>
                  </a:cxn>
                  <a:cxn ang="0">
                    <a:pos x="141395" y="153056"/>
                  </a:cxn>
                  <a:cxn ang="0">
                    <a:pos x="196786" y="153056"/>
                  </a:cxn>
                  <a:cxn ang="0">
                    <a:pos x="196786" y="94749"/>
                  </a:cxn>
                  <a:cxn ang="0">
                    <a:pos x="196786" y="94749"/>
                  </a:cxn>
                  <a:cxn ang="0">
                    <a:pos x="196786" y="94749"/>
                  </a:cxn>
                  <a:cxn ang="0">
                    <a:pos x="338181" y="94749"/>
                  </a:cxn>
                  <a:cxn ang="0">
                    <a:pos x="338181" y="0"/>
                  </a:cxn>
                  <a:cxn ang="0">
                    <a:pos x="236144" y="0"/>
                  </a:cxn>
                </a:cxnLst>
                <a:pathLst>
                  <a:path w="464" h="210">
                    <a:moveTo>
                      <a:pt x="324" y="0"/>
                    </a:moveTo>
                    <a:lnTo>
                      <a:pt x="324" y="0"/>
                    </a:lnTo>
                    <a:lnTo>
                      <a:pt x="275" y="0"/>
                    </a:lnTo>
                    <a:lnTo>
                      <a:pt x="275" y="0"/>
                    </a:lnTo>
                    <a:lnTo>
                      <a:pt x="189" y="0"/>
                    </a:lnTo>
                    <a:lnTo>
                      <a:pt x="189" y="0"/>
                    </a:lnTo>
                    <a:lnTo>
                      <a:pt x="140" y="0"/>
                    </a:lnTo>
                    <a:lnTo>
                      <a:pt x="140" y="0"/>
                    </a:lnTo>
                    <a:lnTo>
                      <a:pt x="0" y="0"/>
                    </a:lnTo>
                    <a:lnTo>
                      <a:pt x="0" y="130"/>
                    </a:lnTo>
                    <a:lnTo>
                      <a:pt x="194" y="130"/>
                    </a:lnTo>
                    <a:lnTo>
                      <a:pt x="194" y="130"/>
                    </a:lnTo>
                    <a:lnTo>
                      <a:pt x="194" y="210"/>
                    </a:lnTo>
                    <a:lnTo>
                      <a:pt x="270" y="210"/>
                    </a:lnTo>
                    <a:lnTo>
                      <a:pt x="270" y="130"/>
                    </a:lnTo>
                    <a:lnTo>
                      <a:pt x="270" y="130"/>
                    </a:lnTo>
                    <a:lnTo>
                      <a:pt x="270" y="130"/>
                    </a:lnTo>
                    <a:lnTo>
                      <a:pt x="464" y="130"/>
                    </a:lnTo>
                    <a:lnTo>
                      <a:pt x="464" y="0"/>
                    </a:lnTo>
                    <a:lnTo>
                      <a:pt x="324" y="0"/>
                    </a:lnTo>
                    <a:close/>
                  </a:path>
                </a:pathLst>
              </a:custGeom>
              <a:solidFill>
                <a:schemeClr val="bg1"/>
              </a:solidFill>
              <a:ln w="9525">
                <a:noFill/>
              </a:ln>
            </p:spPr>
            <p:txBody>
              <a:bodyPr/>
              <a:p>
                <a:endParaRPr lang="en-US"/>
              </a:p>
            </p:txBody>
          </p:sp>
          <p:sp>
            <p:nvSpPr>
              <p:cNvPr id="27678" name="Freeform 35"/>
              <p:cNvSpPr/>
              <p:nvPr/>
            </p:nvSpPr>
            <p:spPr>
              <a:xfrm>
                <a:off x="2178970" y="4913647"/>
                <a:ext cx="134106" cy="65595"/>
              </a:xfrm>
              <a:custGeom>
                <a:avLst/>
                <a:gdLst/>
                <a:ahLst/>
                <a:cxnLst>
                  <a:cxn ang="0">
                    <a:pos x="35713" y="40815"/>
                  </a:cxn>
                  <a:cxn ang="0">
                    <a:pos x="98393" y="40815"/>
                  </a:cxn>
                  <a:cxn ang="0">
                    <a:pos x="98393" y="65595"/>
                  </a:cxn>
                  <a:cxn ang="0">
                    <a:pos x="134106" y="65595"/>
                  </a:cxn>
                  <a:cxn ang="0">
                    <a:pos x="134106" y="0"/>
                  </a:cxn>
                  <a:cxn ang="0">
                    <a:pos x="0" y="0"/>
                  </a:cxn>
                  <a:cxn ang="0">
                    <a:pos x="0" y="65595"/>
                  </a:cxn>
                  <a:cxn ang="0">
                    <a:pos x="35713" y="65595"/>
                  </a:cxn>
                  <a:cxn ang="0">
                    <a:pos x="35713" y="40815"/>
                  </a:cxn>
                </a:cxnLst>
                <a:pathLst>
                  <a:path w="184" h="90">
                    <a:moveTo>
                      <a:pt x="49" y="56"/>
                    </a:moveTo>
                    <a:lnTo>
                      <a:pt x="135" y="56"/>
                    </a:lnTo>
                    <a:lnTo>
                      <a:pt x="135" y="90"/>
                    </a:lnTo>
                    <a:lnTo>
                      <a:pt x="184" y="90"/>
                    </a:lnTo>
                    <a:lnTo>
                      <a:pt x="184" y="0"/>
                    </a:lnTo>
                    <a:lnTo>
                      <a:pt x="0" y="0"/>
                    </a:lnTo>
                    <a:lnTo>
                      <a:pt x="0" y="90"/>
                    </a:lnTo>
                    <a:lnTo>
                      <a:pt x="49" y="90"/>
                    </a:lnTo>
                    <a:lnTo>
                      <a:pt x="49" y="56"/>
                    </a:lnTo>
                    <a:close/>
                  </a:path>
                </a:pathLst>
              </a:custGeom>
              <a:solidFill>
                <a:schemeClr val="bg1"/>
              </a:solidFill>
              <a:ln w="9525">
                <a:noFill/>
              </a:ln>
            </p:spPr>
            <p:txBody>
              <a:bodyPr/>
              <a:p>
                <a:endParaRPr lang="en-US"/>
              </a:p>
            </p:txBody>
          </p:sp>
        </p:grpSp>
        <p:sp>
          <p:nvSpPr>
            <p:cNvPr id="27679" name="Oval 36"/>
            <p:cNvSpPr/>
            <p:nvPr/>
          </p:nvSpPr>
          <p:spPr>
            <a:xfrm>
              <a:off x="2880112" y="3219984"/>
              <a:ext cx="483219" cy="482490"/>
            </a:xfrm>
            <a:prstGeom prst="ellipse">
              <a:avLst/>
            </a:prstGeom>
            <a:solidFill>
              <a:srgbClr val="FE4B24"/>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680" name="Freeform 37"/>
            <p:cNvSpPr>
              <a:spLocks noEditPoints="1"/>
            </p:cNvSpPr>
            <p:nvPr/>
          </p:nvSpPr>
          <p:spPr>
            <a:xfrm>
              <a:off x="2966843" y="3340242"/>
              <a:ext cx="309756" cy="260195"/>
            </a:xfrm>
            <a:custGeom>
              <a:avLst/>
              <a:gdLst/>
              <a:ahLst/>
              <a:cxnLst>
                <a:cxn ang="0">
                  <a:pos x="185854" y="44802"/>
                </a:cxn>
                <a:cxn ang="0">
                  <a:pos x="213387" y="86157"/>
                </a:cxn>
                <a:cxn ang="0">
                  <a:pos x="232317" y="91327"/>
                </a:cxn>
                <a:cxn ang="0">
                  <a:pos x="277060" y="44802"/>
                </a:cxn>
                <a:cxn ang="0">
                  <a:pos x="232317" y="0"/>
                </a:cxn>
                <a:cxn ang="0">
                  <a:pos x="185854" y="44802"/>
                </a:cxn>
                <a:cxn ang="0">
                  <a:pos x="156599" y="137852"/>
                </a:cxn>
                <a:cxn ang="0">
                  <a:pos x="203062" y="91327"/>
                </a:cxn>
                <a:cxn ang="0">
                  <a:pos x="156599" y="46525"/>
                </a:cxn>
                <a:cxn ang="0">
                  <a:pos x="111856" y="91327"/>
                </a:cxn>
                <a:cxn ang="0">
                  <a:pos x="156599" y="137852"/>
                </a:cxn>
                <a:cxn ang="0">
                  <a:pos x="175528" y="141298"/>
                </a:cxn>
                <a:cxn ang="0">
                  <a:pos x="137669" y="141298"/>
                </a:cxn>
                <a:cxn ang="0">
                  <a:pos x="79160" y="198162"/>
                </a:cxn>
                <a:cxn ang="0">
                  <a:pos x="79160" y="246410"/>
                </a:cxn>
                <a:cxn ang="0">
                  <a:pos x="79160" y="246410"/>
                </a:cxn>
                <a:cxn ang="0">
                  <a:pos x="82602" y="248133"/>
                </a:cxn>
                <a:cxn ang="0">
                  <a:pos x="161761" y="260195"/>
                </a:cxn>
                <a:cxn ang="0">
                  <a:pos x="230596" y="248133"/>
                </a:cxn>
                <a:cxn ang="0">
                  <a:pos x="234038" y="246410"/>
                </a:cxn>
                <a:cxn ang="0">
                  <a:pos x="234038" y="246410"/>
                </a:cxn>
                <a:cxn ang="0">
                  <a:pos x="234038" y="198162"/>
                </a:cxn>
                <a:cxn ang="0">
                  <a:pos x="175528" y="141298"/>
                </a:cxn>
                <a:cxn ang="0">
                  <a:pos x="251247" y="93050"/>
                </a:cxn>
                <a:cxn ang="0">
                  <a:pos x="213387" y="93050"/>
                </a:cxn>
                <a:cxn ang="0">
                  <a:pos x="196179" y="132682"/>
                </a:cxn>
                <a:cxn ang="0">
                  <a:pos x="244363" y="198162"/>
                </a:cxn>
                <a:cxn ang="0">
                  <a:pos x="244363" y="213670"/>
                </a:cxn>
                <a:cxn ang="0">
                  <a:pos x="306314" y="199885"/>
                </a:cxn>
                <a:cxn ang="0">
                  <a:pos x="309756" y="199885"/>
                </a:cxn>
                <a:cxn ang="0">
                  <a:pos x="309756" y="199885"/>
                </a:cxn>
                <a:cxn ang="0">
                  <a:pos x="309756" y="151637"/>
                </a:cxn>
                <a:cxn ang="0">
                  <a:pos x="251247" y="93050"/>
                </a:cxn>
                <a:cxn ang="0">
                  <a:pos x="77439" y="91327"/>
                </a:cxn>
                <a:cxn ang="0">
                  <a:pos x="101531" y="82711"/>
                </a:cxn>
                <a:cxn ang="0">
                  <a:pos x="122182" y="48248"/>
                </a:cxn>
                <a:cxn ang="0">
                  <a:pos x="122182" y="44802"/>
                </a:cxn>
                <a:cxn ang="0">
                  <a:pos x="77439" y="0"/>
                </a:cxn>
                <a:cxn ang="0">
                  <a:pos x="32696" y="44802"/>
                </a:cxn>
                <a:cxn ang="0">
                  <a:pos x="77439" y="91327"/>
                </a:cxn>
                <a:cxn ang="0">
                  <a:pos x="118740" y="132682"/>
                </a:cxn>
                <a:cxn ang="0">
                  <a:pos x="101531" y="93050"/>
                </a:cxn>
                <a:cxn ang="0">
                  <a:pos x="96369" y="93050"/>
                </a:cxn>
                <a:cxn ang="0">
                  <a:pos x="58509" y="93050"/>
                </a:cxn>
                <a:cxn ang="0">
                  <a:pos x="0" y="151637"/>
                </a:cxn>
                <a:cxn ang="0">
                  <a:pos x="0" y="199885"/>
                </a:cxn>
                <a:cxn ang="0">
                  <a:pos x="0" y="199885"/>
                </a:cxn>
                <a:cxn ang="0">
                  <a:pos x="3442" y="201608"/>
                </a:cxn>
                <a:cxn ang="0">
                  <a:pos x="68835" y="213670"/>
                </a:cxn>
                <a:cxn ang="0">
                  <a:pos x="68835" y="198162"/>
                </a:cxn>
                <a:cxn ang="0">
                  <a:pos x="118740" y="132682"/>
                </a:cxn>
              </a:cxnLst>
              <a:pathLst>
                <a:path w="180" h="151">
                  <a:moveTo>
                    <a:pt x="108" y="26"/>
                  </a:moveTo>
                  <a:cubicBezTo>
                    <a:pt x="117" y="31"/>
                    <a:pt x="123" y="40"/>
                    <a:pt x="124" y="50"/>
                  </a:cubicBezTo>
                  <a:cubicBezTo>
                    <a:pt x="127" y="52"/>
                    <a:pt x="131" y="53"/>
                    <a:pt x="135" y="53"/>
                  </a:cubicBezTo>
                  <a:cubicBezTo>
                    <a:pt x="149" y="53"/>
                    <a:pt x="161" y="41"/>
                    <a:pt x="161" y="26"/>
                  </a:cubicBezTo>
                  <a:cubicBezTo>
                    <a:pt x="161" y="12"/>
                    <a:pt x="149" y="0"/>
                    <a:pt x="135" y="0"/>
                  </a:cubicBezTo>
                  <a:cubicBezTo>
                    <a:pt x="120" y="0"/>
                    <a:pt x="109" y="11"/>
                    <a:pt x="108" y="26"/>
                  </a:cubicBezTo>
                  <a:moveTo>
                    <a:pt x="91" y="80"/>
                  </a:moveTo>
                  <a:cubicBezTo>
                    <a:pt x="106" y="80"/>
                    <a:pt x="118" y="68"/>
                    <a:pt x="118" y="53"/>
                  </a:cubicBezTo>
                  <a:cubicBezTo>
                    <a:pt x="118" y="39"/>
                    <a:pt x="106" y="27"/>
                    <a:pt x="91" y="27"/>
                  </a:cubicBezTo>
                  <a:cubicBezTo>
                    <a:pt x="77" y="27"/>
                    <a:pt x="65" y="39"/>
                    <a:pt x="65" y="53"/>
                  </a:cubicBezTo>
                  <a:cubicBezTo>
                    <a:pt x="65" y="68"/>
                    <a:pt x="77" y="80"/>
                    <a:pt x="91" y="80"/>
                  </a:cubicBezTo>
                  <a:moveTo>
                    <a:pt x="102" y="82"/>
                  </a:moveTo>
                  <a:cubicBezTo>
                    <a:pt x="80" y="82"/>
                    <a:pt x="80" y="82"/>
                    <a:pt x="80" y="82"/>
                  </a:cubicBezTo>
                  <a:cubicBezTo>
                    <a:pt x="61" y="82"/>
                    <a:pt x="46" y="97"/>
                    <a:pt x="46" y="115"/>
                  </a:cubicBezTo>
                  <a:cubicBezTo>
                    <a:pt x="46" y="143"/>
                    <a:pt x="46" y="143"/>
                    <a:pt x="46" y="143"/>
                  </a:cubicBezTo>
                  <a:cubicBezTo>
                    <a:pt x="46" y="143"/>
                    <a:pt x="46" y="143"/>
                    <a:pt x="46" y="143"/>
                  </a:cubicBezTo>
                  <a:cubicBezTo>
                    <a:pt x="48" y="144"/>
                    <a:pt x="48" y="144"/>
                    <a:pt x="48" y="144"/>
                  </a:cubicBezTo>
                  <a:cubicBezTo>
                    <a:pt x="66" y="149"/>
                    <a:pt x="81" y="151"/>
                    <a:pt x="94" y="151"/>
                  </a:cubicBezTo>
                  <a:cubicBezTo>
                    <a:pt x="119" y="151"/>
                    <a:pt x="133" y="144"/>
                    <a:pt x="134" y="144"/>
                  </a:cubicBezTo>
                  <a:cubicBezTo>
                    <a:pt x="136" y="143"/>
                    <a:pt x="136" y="143"/>
                    <a:pt x="136" y="143"/>
                  </a:cubicBezTo>
                  <a:cubicBezTo>
                    <a:pt x="136" y="143"/>
                    <a:pt x="136" y="143"/>
                    <a:pt x="136" y="143"/>
                  </a:cubicBezTo>
                  <a:cubicBezTo>
                    <a:pt x="136" y="115"/>
                    <a:pt x="136" y="115"/>
                    <a:pt x="136" y="115"/>
                  </a:cubicBezTo>
                  <a:cubicBezTo>
                    <a:pt x="136" y="97"/>
                    <a:pt x="121" y="82"/>
                    <a:pt x="102" y="82"/>
                  </a:cubicBezTo>
                  <a:moveTo>
                    <a:pt x="146" y="54"/>
                  </a:moveTo>
                  <a:cubicBezTo>
                    <a:pt x="124" y="54"/>
                    <a:pt x="124" y="54"/>
                    <a:pt x="124" y="54"/>
                  </a:cubicBezTo>
                  <a:cubicBezTo>
                    <a:pt x="124" y="63"/>
                    <a:pt x="120" y="71"/>
                    <a:pt x="114" y="77"/>
                  </a:cubicBezTo>
                  <a:cubicBezTo>
                    <a:pt x="130" y="82"/>
                    <a:pt x="142" y="97"/>
                    <a:pt x="142" y="115"/>
                  </a:cubicBezTo>
                  <a:cubicBezTo>
                    <a:pt x="142" y="124"/>
                    <a:pt x="142" y="124"/>
                    <a:pt x="142" y="124"/>
                  </a:cubicBezTo>
                  <a:cubicBezTo>
                    <a:pt x="164" y="123"/>
                    <a:pt x="177" y="117"/>
                    <a:pt x="178" y="116"/>
                  </a:cubicBezTo>
                  <a:cubicBezTo>
                    <a:pt x="180" y="116"/>
                    <a:pt x="180" y="116"/>
                    <a:pt x="180" y="116"/>
                  </a:cubicBezTo>
                  <a:cubicBezTo>
                    <a:pt x="180" y="116"/>
                    <a:pt x="180" y="116"/>
                    <a:pt x="180" y="116"/>
                  </a:cubicBezTo>
                  <a:cubicBezTo>
                    <a:pt x="180" y="88"/>
                    <a:pt x="180" y="88"/>
                    <a:pt x="180" y="88"/>
                  </a:cubicBezTo>
                  <a:cubicBezTo>
                    <a:pt x="180" y="70"/>
                    <a:pt x="165" y="54"/>
                    <a:pt x="146" y="54"/>
                  </a:cubicBezTo>
                  <a:moveTo>
                    <a:pt x="45" y="53"/>
                  </a:moveTo>
                  <a:cubicBezTo>
                    <a:pt x="50" y="53"/>
                    <a:pt x="55" y="51"/>
                    <a:pt x="59" y="48"/>
                  </a:cubicBezTo>
                  <a:cubicBezTo>
                    <a:pt x="60" y="40"/>
                    <a:pt x="65" y="33"/>
                    <a:pt x="71" y="28"/>
                  </a:cubicBezTo>
                  <a:cubicBezTo>
                    <a:pt x="71" y="27"/>
                    <a:pt x="71" y="27"/>
                    <a:pt x="71" y="26"/>
                  </a:cubicBezTo>
                  <a:cubicBezTo>
                    <a:pt x="71" y="12"/>
                    <a:pt x="59" y="0"/>
                    <a:pt x="45" y="0"/>
                  </a:cubicBezTo>
                  <a:cubicBezTo>
                    <a:pt x="30" y="0"/>
                    <a:pt x="19" y="12"/>
                    <a:pt x="19" y="26"/>
                  </a:cubicBezTo>
                  <a:cubicBezTo>
                    <a:pt x="19" y="41"/>
                    <a:pt x="30" y="53"/>
                    <a:pt x="45" y="53"/>
                  </a:cubicBezTo>
                  <a:moveTo>
                    <a:pt x="69" y="77"/>
                  </a:moveTo>
                  <a:cubicBezTo>
                    <a:pt x="63" y="71"/>
                    <a:pt x="59" y="63"/>
                    <a:pt x="59" y="54"/>
                  </a:cubicBezTo>
                  <a:cubicBezTo>
                    <a:pt x="58" y="54"/>
                    <a:pt x="57" y="54"/>
                    <a:pt x="56" y="54"/>
                  </a:cubicBezTo>
                  <a:cubicBezTo>
                    <a:pt x="34" y="54"/>
                    <a:pt x="34" y="54"/>
                    <a:pt x="34" y="54"/>
                  </a:cubicBezTo>
                  <a:cubicBezTo>
                    <a:pt x="15" y="54"/>
                    <a:pt x="0" y="70"/>
                    <a:pt x="0" y="88"/>
                  </a:cubicBezTo>
                  <a:cubicBezTo>
                    <a:pt x="0" y="116"/>
                    <a:pt x="0" y="116"/>
                    <a:pt x="0" y="116"/>
                  </a:cubicBezTo>
                  <a:cubicBezTo>
                    <a:pt x="0" y="116"/>
                    <a:pt x="0" y="116"/>
                    <a:pt x="0" y="116"/>
                  </a:cubicBezTo>
                  <a:cubicBezTo>
                    <a:pt x="2" y="117"/>
                    <a:pt x="2" y="117"/>
                    <a:pt x="2" y="117"/>
                  </a:cubicBezTo>
                  <a:cubicBezTo>
                    <a:pt x="16" y="121"/>
                    <a:pt x="29" y="123"/>
                    <a:pt x="40" y="124"/>
                  </a:cubicBezTo>
                  <a:cubicBezTo>
                    <a:pt x="40" y="115"/>
                    <a:pt x="40" y="115"/>
                    <a:pt x="40" y="115"/>
                  </a:cubicBezTo>
                  <a:cubicBezTo>
                    <a:pt x="40" y="97"/>
                    <a:pt x="52" y="82"/>
                    <a:pt x="69" y="77"/>
                  </a:cubicBezTo>
                </a:path>
              </a:pathLst>
            </a:custGeom>
            <a:solidFill>
              <a:schemeClr val="bg1"/>
            </a:solidFill>
            <a:ln w="9525">
              <a:noFill/>
            </a:ln>
          </p:spPr>
          <p:txBody>
            <a:bodyPr/>
            <a:p>
              <a:endParaRPr lang="en-US"/>
            </a:p>
          </p:txBody>
        </p:sp>
        <p:sp>
          <p:nvSpPr>
            <p:cNvPr id="27681" name="Oval 38"/>
            <p:cNvSpPr/>
            <p:nvPr/>
          </p:nvSpPr>
          <p:spPr>
            <a:xfrm>
              <a:off x="3247447" y="2013028"/>
              <a:ext cx="598376" cy="596189"/>
            </a:xfrm>
            <a:prstGeom prst="ellipse">
              <a:avLst/>
            </a:prstGeom>
            <a:solidFill>
              <a:srgbClr val="FE4B24"/>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682" name="Freeform 39"/>
            <p:cNvSpPr>
              <a:spLocks noEditPoints="1"/>
            </p:cNvSpPr>
            <p:nvPr/>
          </p:nvSpPr>
          <p:spPr>
            <a:xfrm>
              <a:off x="3345839" y="2111421"/>
              <a:ext cx="400132" cy="399403"/>
            </a:xfrm>
            <a:custGeom>
              <a:avLst/>
              <a:gdLst/>
              <a:ahLst/>
              <a:cxnLst>
                <a:cxn ang="0">
                  <a:pos x="200066" y="399403"/>
                </a:cxn>
                <a:cxn ang="0">
                  <a:pos x="400132" y="199702"/>
                </a:cxn>
                <a:cxn ang="0">
                  <a:pos x="200066" y="0"/>
                </a:cxn>
                <a:cxn ang="0">
                  <a:pos x="0" y="199702"/>
                </a:cxn>
                <a:cxn ang="0">
                  <a:pos x="200066" y="399403"/>
                </a:cxn>
                <a:cxn ang="0">
                  <a:pos x="200066" y="37874"/>
                </a:cxn>
                <a:cxn ang="0">
                  <a:pos x="362188" y="199702"/>
                </a:cxn>
                <a:cxn ang="0">
                  <a:pos x="200066" y="361529"/>
                </a:cxn>
                <a:cxn ang="0">
                  <a:pos x="37944" y="199702"/>
                </a:cxn>
                <a:cxn ang="0">
                  <a:pos x="200066" y="37874"/>
                </a:cxn>
                <a:cxn ang="0">
                  <a:pos x="200066" y="234133"/>
                </a:cxn>
                <a:cxn ang="0">
                  <a:pos x="325970" y="199702"/>
                </a:cxn>
                <a:cxn ang="0">
                  <a:pos x="200066" y="323654"/>
                </a:cxn>
                <a:cxn ang="0">
                  <a:pos x="75887" y="199702"/>
                </a:cxn>
                <a:cxn ang="0">
                  <a:pos x="200066" y="234133"/>
                </a:cxn>
                <a:cxn ang="0">
                  <a:pos x="100033" y="137725"/>
                </a:cxn>
                <a:cxn ang="0">
                  <a:pos x="125904" y="173878"/>
                </a:cxn>
                <a:cxn ang="0">
                  <a:pos x="150050" y="137725"/>
                </a:cxn>
                <a:cxn ang="0">
                  <a:pos x="125904" y="99851"/>
                </a:cxn>
                <a:cxn ang="0">
                  <a:pos x="100033" y="137725"/>
                </a:cxn>
                <a:cxn ang="0">
                  <a:pos x="250083" y="137725"/>
                </a:cxn>
                <a:cxn ang="0">
                  <a:pos x="275953" y="173878"/>
                </a:cxn>
                <a:cxn ang="0">
                  <a:pos x="300099" y="137725"/>
                </a:cxn>
                <a:cxn ang="0">
                  <a:pos x="275953" y="99851"/>
                </a:cxn>
                <a:cxn ang="0">
                  <a:pos x="250083" y="137725"/>
                </a:cxn>
              </a:cxnLst>
              <a:pathLst>
                <a:path w="232" h="232">
                  <a:moveTo>
                    <a:pt x="116" y="232"/>
                  </a:moveTo>
                  <a:cubicBezTo>
                    <a:pt x="180" y="232"/>
                    <a:pt x="232" y="180"/>
                    <a:pt x="232" y="116"/>
                  </a:cubicBezTo>
                  <a:cubicBezTo>
                    <a:pt x="232" y="52"/>
                    <a:pt x="180" y="0"/>
                    <a:pt x="116" y="0"/>
                  </a:cubicBezTo>
                  <a:cubicBezTo>
                    <a:pt x="52" y="0"/>
                    <a:pt x="0" y="52"/>
                    <a:pt x="0" y="116"/>
                  </a:cubicBezTo>
                  <a:cubicBezTo>
                    <a:pt x="0" y="180"/>
                    <a:pt x="52" y="232"/>
                    <a:pt x="116" y="232"/>
                  </a:cubicBezTo>
                  <a:moveTo>
                    <a:pt x="116" y="22"/>
                  </a:moveTo>
                  <a:cubicBezTo>
                    <a:pt x="168" y="22"/>
                    <a:pt x="210" y="64"/>
                    <a:pt x="210" y="116"/>
                  </a:cubicBezTo>
                  <a:cubicBezTo>
                    <a:pt x="210" y="168"/>
                    <a:pt x="168" y="210"/>
                    <a:pt x="116" y="210"/>
                  </a:cubicBezTo>
                  <a:cubicBezTo>
                    <a:pt x="64" y="210"/>
                    <a:pt x="22" y="168"/>
                    <a:pt x="22" y="116"/>
                  </a:cubicBezTo>
                  <a:cubicBezTo>
                    <a:pt x="22" y="64"/>
                    <a:pt x="64" y="22"/>
                    <a:pt x="116" y="22"/>
                  </a:cubicBezTo>
                  <a:moveTo>
                    <a:pt x="116" y="136"/>
                  </a:moveTo>
                  <a:cubicBezTo>
                    <a:pt x="143" y="136"/>
                    <a:pt x="168" y="129"/>
                    <a:pt x="189" y="116"/>
                  </a:cubicBezTo>
                  <a:cubicBezTo>
                    <a:pt x="185" y="157"/>
                    <a:pt x="154" y="188"/>
                    <a:pt x="116" y="188"/>
                  </a:cubicBezTo>
                  <a:cubicBezTo>
                    <a:pt x="79" y="188"/>
                    <a:pt x="47" y="157"/>
                    <a:pt x="44" y="116"/>
                  </a:cubicBezTo>
                  <a:cubicBezTo>
                    <a:pt x="65" y="129"/>
                    <a:pt x="90" y="136"/>
                    <a:pt x="116" y="136"/>
                  </a:cubicBezTo>
                  <a:moveTo>
                    <a:pt x="58" y="80"/>
                  </a:moveTo>
                  <a:cubicBezTo>
                    <a:pt x="58" y="92"/>
                    <a:pt x="65" y="101"/>
                    <a:pt x="73" y="101"/>
                  </a:cubicBezTo>
                  <a:cubicBezTo>
                    <a:pt x="81" y="101"/>
                    <a:pt x="87" y="92"/>
                    <a:pt x="87" y="80"/>
                  </a:cubicBezTo>
                  <a:cubicBezTo>
                    <a:pt x="87" y="68"/>
                    <a:pt x="81" y="58"/>
                    <a:pt x="73" y="58"/>
                  </a:cubicBezTo>
                  <a:cubicBezTo>
                    <a:pt x="65" y="58"/>
                    <a:pt x="58" y="68"/>
                    <a:pt x="58" y="80"/>
                  </a:cubicBezTo>
                  <a:moveTo>
                    <a:pt x="145" y="80"/>
                  </a:moveTo>
                  <a:cubicBezTo>
                    <a:pt x="145" y="92"/>
                    <a:pt x="152" y="101"/>
                    <a:pt x="160" y="101"/>
                  </a:cubicBezTo>
                  <a:cubicBezTo>
                    <a:pt x="168" y="101"/>
                    <a:pt x="174" y="92"/>
                    <a:pt x="174" y="80"/>
                  </a:cubicBezTo>
                  <a:cubicBezTo>
                    <a:pt x="174" y="68"/>
                    <a:pt x="168" y="58"/>
                    <a:pt x="160" y="58"/>
                  </a:cubicBezTo>
                  <a:cubicBezTo>
                    <a:pt x="152" y="58"/>
                    <a:pt x="145" y="68"/>
                    <a:pt x="145" y="80"/>
                  </a:cubicBezTo>
                </a:path>
              </a:pathLst>
            </a:custGeom>
            <a:solidFill>
              <a:schemeClr val="bg1"/>
            </a:solidFill>
            <a:ln w="9525">
              <a:noFill/>
            </a:ln>
          </p:spPr>
          <p:txBody>
            <a:bodyPr/>
            <a:p>
              <a:endParaRPr lang="en-US"/>
            </a:p>
          </p:txBody>
        </p:sp>
        <p:sp>
          <p:nvSpPr>
            <p:cNvPr id="27683" name="Freeform 40"/>
            <p:cNvSpPr/>
            <p:nvPr/>
          </p:nvSpPr>
          <p:spPr>
            <a:xfrm>
              <a:off x="4133713" y="4305951"/>
              <a:ext cx="60494" cy="59765"/>
            </a:xfrm>
            <a:custGeom>
              <a:avLst/>
              <a:gdLst/>
              <a:ahLst/>
              <a:cxnLst>
                <a:cxn ang="0">
                  <a:pos x="20741" y="3415"/>
                </a:cxn>
                <a:cxn ang="0">
                  <a:pos x="55309" y="20491"/>
                </a:cxn>
                <a:cxn ang="0">
                  <a:pos x="38025" y="54642"/>
                </a:cxn>
                <a:cxn ang="0">
                  <a:pos x="5185" y="37567"/>
                </a:cxn>
                <a:cxn ang="0">
                  <a:pos x="20741" y="3415"/>
                </a:cxn>
              </a:cxnLst>
              <a:pathLst>
                <a:path w="35" h="35">
                  <a:moveTo>
                    <a:pt x="12" y="2"/>
                  </a:moveTo>
                  <a:cubicBezTo>
                    <a:pt x="20" y="0"/>
                    <a:pt x="29" y="4"/>
                    <a:pt x="32" y="12"/>
                  </a:cubicBezTo>
                  <a:cubicBezTo>
                    <a:pt x="35" y="20"/>
                    <a:pt x="31" y="29"/>
                    <a:pt x="22" y="32"/>
                  </a:cubicBezTo>
                  <a:cubicBezTo>
                    <a:pt x="14" y="35"/>
                    <a:pt x="5" y="30"/>
                    <a:pt x="3" y="22"/>
                  </a:cubicBezTo>
                  <a:cubicBezTo>
                    <a:pt x="0" y="14"/>
                    <a:pt x="4" y="5"/>
                    <a:pt x="12" y="2"/>
                  </a:cubicBezTo>
                </a:path>
              </a:pathLst>
            </a:custGeom>
            <a:solidFill>
              <a:srgbClr val="179E97"/>
            </a:solidFill>
            <a:ln w="9525">
              <a:noFill/>
            </a:ln>
          </p:spPr>
          <p:txBody>
            <a:bodyPr/>
            <a:p>
              <a:endParaRPr lang="en-US"/>
            </a:p>
          </p:txBody>
        </p:sp>
        <p:sp>
          <p:nvSpPr>
            <p:cNvPr id="27684" name="Freeform 41"/>
            <p:cNvSpPr/>
            <p:nvPr/>
          </p:nvSpPr>
          <p:spPr>
            <a:xfrm>
              <a:off x="4075406" y="4233068"/>
              <a:ext cx="146496" cy="98393"/>
            </a:xfrm>
            <a:custGeom>
              <a:avLst/>
              <a:gdLst/>
              <a:ahLst/>
              <a:cxnLst>
                <a:cxn ang="0">
                  <a:pos x="127538" y="18988"/>
                </a:cxn>
                <a:cxn ang="0">
                  <a:pos x="125814" y="18988"/>
                </a:cxn>
                <a:cxn ang="0">
                  <a:pos x="124091" y="18988"/>
                </a:cxn>
                <a:cxn ang="0">
                  <a:pos x="124091" y="17262"/>
                </a:cxn>
                <a:cxn ang="0">
                  <a:pos x="10341" y="60417"/>
                </a:cxn>
                <a:cxn ang="0">
                  <a:pos x="8617" y="65595"/>
                </a:cxn>
                <a:cxn ang="0">
                  <a:pos x="5170" y="72500"/>
                </a:cxn>
                <a:cxn ang="0">
                  <a:pos x="12064" y="94941"/>
                </a:cxn>
                <a:cxn ang="0">
                  <a:pos x="34470" y="86310"/>
                </a:cxn>
                <a:cxn ang="0">
                  <a:pos x="41364" y="75952"/>
                </a:cxn>
                <a:cxn ang="0">
                  <a:pos x="113750" y="50060"/>
                </a:cxn>
                <a:cxn ang="0">
                  <a:pos x="122367" y="53512"/>
                </a:cxn>
                <a:cxn ang="0">
                  <a:pos x="144773" y="46607"/>
                </a:cxn>
                <a:cxn ang="0">
                  <a:pos x="144773" y="32798"/>
                </a:cxn>
                <a:cxn ang="0">
                  <a:pos x="136155" y="24167"/>
                </a:cxn>
                <a:cxn ang="0">
                  <a:pos x="127538" y="18988"/>
                </a:cxn>
              </a:cxnLst>
              <a:pathLst>
                <a:path w="85" h="57">
                  <a:moveTo>
                    <a:pt x="74" y="11"/>
                  </a:moveTo>
                  <a:cubicBezTo>
                    <a:pt x="74" y="11"/>
                    <a:pt x="74" y="11"/>
                    <a:pt x="73" y="11"/>
                  </a:cubicBezTo>
                  <a:cubicBezTo>
                    <a:pt x="72" y="11"/>
                    <a:pt x="72" y="11"/>
                    <a:pt x="72" y="11"/>
                  </a:cubicBezTo>
                  <a:cubicBezTo>
                    <a:pt x="72" y="10"/>
                    <a:pt x="72" y="10"/>
                    <a:pt x="72" y="10"/>
                  </a:cubicBezTo>
                  <a:cubicBezTo>
                    <a:pt x="47" y="0"/>
                    <a:pt x="18" y="10"/>
                    <a:pt x="6" y="35"/>
                  </a:cubicBezTo>
                  <a:cubicBezTo>
                    <a:pt x="5" y="38"/>
                    <a:pt x="5" y="38"/>
                    <a:pt x="5" y="38"/>
                  </a:cubicBezTo>
                  <a:cubicBezTo>
                    <a:pt x="3" y="42"/>
                    <a:pt x="3" y="42"/>
                    <a:pt x="3" y="42"/>
                  </a:cubicBezTo>
                  <a:cubicBezTo>
                    <a:pt x="0" y="47"/>
                    <a:pt x="2" y="53"/>
                    <a:pt x="7" y="55"/>
                  </a:cubicBezTo>
                  <a:cubicBezTo>
                    <a:pt x="12" y="57"/>
                    <a:pt x="18" y="55"/>
                    <a:pt x="20" y="50"/>
                  </a:cubicBezTo>
                  <a:cubicBezTo>
                    <a:pt x="24" y="44"/>
                    <a:pt x="24" y="44"/>
                    <a:pt x="24" y="44"/>
                  </a:cubicBezTo>
                  <a:cubicBezTo>
                    <a:pt x="31" y="28"/>
                    <a:pt x="50" y="21"/>
                    <a:pt x="66" y="29"/>
                  </a:cubicBezTo>
                  <a:cubicBezTo>
                    <a:pt x="71" y="31"/>
                    <a:pt x="71" y="31"/>
                    <a:pt x="71" y="31"/>
                  </a:cubicBezTo>
                  <a:cubicBezTo>
                    <a:pt x="75" y="34"/>
                    <a:pt x="81" y="32"/>
                    <a:pt x="84" y="27"/>
                  </a:cubicBezTo>
                  <a:cubicBezTo>
                    <a:pt x="85" y="24"/>
                    <a:pt x="85" y="22"/>
                    <a:pt x="84" y="19"/>
                  </a:cubicBezTo>
                  <a:cubicBezTo>
                    <a:pt x="83" y="17"/>
                    <a:pt x="81" y="15"/>
                    <a:pt x="79" y="14"/>
                  </a:cubicBezTo>
                  <a:lnTo>
                    <a:pt x="74" y="11"/>
                  </a:lnTo>
                  <a:close/>
                </a:path>
              </a:pathLst>
            </a:custGeom>
            <a:solidFill>
              <a:srgbClr val="179E97"/>
            </a:solidFill>
            <a:ln w="9525">
              <a:noFill/>
            </a:ln>
          </p:spPr>
          <p:txBody>
            <a:bodyPr/>
            <a:p>
              <a:endParaRPr lang="en-US"/>
            </a:p>
          </p:txBody>
        </p:sp>
        <p:sp>
          <p:nvSpPr>
            <p:cNvPr id="27685" name="Freeform 42"/>
            <p:cNvSpPr/>
            <p:nvPr/>
          </p:nvSpPr>
          <p:spPr>
            <a:xfrm>
              <a:off x="4023659" y="4171116"/>
              <a:ext cx="222295" cy="134835"/>
            </a:xfrm>
            <a:custGeom>
              <a:avLst/>
              <a:gdLst/>
              <a:ahLst/>
              <a:cxnLst>
                <a:cxn ang="0">
                  <a:pos x="211956" y="34573"/>
                </a:cxn>
                <a:cxn ang="0">
                  <a:pos x="205063" y="31116"/>
                </a:cxn>
                <a:cxn ang="0">
                  <a:pos x="205063" y="31116"/>
                </a:cxn>
                <a:cxn ang="0">
                  <a:pos x="199893" y="29387"/>
                </a:cxn>
                <a:cxn ang="0">
                  <a:pos x="196447" y="27658"/>
                </a:cxn>
                <a:cxn ang="0">
                  <a:pos x="10339" y="96805"/>
                </a:cxn>
                <a:cxn ang="0">
                  <a:pos x="10339" y="98533"/>
                </a:cxn>
                <a:cxn ang="0">
                  <a:pos x="3446" y="110634"/>
                </a:cxn>
                <a:cxn ang="0">
                  <a:pos x="10339" y="131378"/>
                </a:cxn>
                <a:cxn ang="0">
                  <a:pos x="31018" y="124463"/>
                </a:cxn>
                <a:cxn ang="0">
                  <a:pos x="37911" y="112363"/>
                </a:cxn>
                <a:cxn ang="0">
                  <a:pos x="37911" y="110634"/>
                </a:cxn>
                <a:cxn ang="0">
                  <a:pos x="187831" y="58774"/>
                </a:cxn>
                <a:cxn ang="0">
                  <a:pos x="198170" y="62232"/>
                </a:cxn>
                <a:cxn ang="0">
                  <a:pos x="218849" y="55317"/>
                </a:cxn>
                <a:cxn ang="0">
                  <a:pos x="211956" y="34573"/>
                </a:cxn>
              </a:cxnLst>
              <a:pathLst>
                <a:path w="129" h="78">
                  <a:moveTo>
                    <a:pt x="123" y="20"/>
                  </a:moveTo>
                  <a:cubicBezTo>
                    <a:pt x="119" y="18"/>
                    <a:pt x="119" y="18"/>
                    <a:pt x="119" y="18"/>
                  </a:cubicBezTo>
                  <a:cubicBezTo>
                    <a:pt x="119" y="18"/>
                    <a:pt x="119" y="18"/>
                    <a:pt x="119" y="18"/>
                  </a:cubicBezTo>
                  <a:cubicBezTo>
                    <a:pt x="116" y="17"/>
                    <a:pt x="116" y="17"/>
                    <a:pt x="116" y="17"/>
                  </a:cubicBezTo>
                  <a:cubicBezTo>
                    <a:pt x="115" y="17"/>
                    <a:pt x="114" y="16"/>
                    <a:pt x="114" y="16"/>
                  </a:cubicBezTo>
                  <a:cubicBezTo>
                    <a:pt x="73" y="0"/>
                    <a:pt x="26" y="17"/>
                    <a:pt x="6" y="56"/>
                  </a:cubicBezTo>
                  <a:cubicBezTo>
                    <a:pt x="6" y="56"/>
                    <a:pt x="6" y="57"/>
                    <a:pt x="6" y="57"/>
                  </a:cubicBezTo>
                  <a:cubicBezTo>
                    <a:pt x="2" y="64"/>
                    <a:pt x="2" y="64"/>
                    <a:pt x="2" y="64"/>
                  </a:cubicBezTo>
                  <a:cubicBezTo>
                    <a:pt x="0" y="69"/>
                    <a:pt x="2" y="74"/>
                    <a:pt x="6" y="76"/>
                  </a:cubicBezTo>
                  <a:cubicBezTo>
                    <a:pt x="11" y="78"/>
                    <a:pt x="16" y="76"/>
                    <a:pt x="18" y="72"/>
                  </a:cubicBezTo>
                  <a:cubicBezTo>
                    <a:pt x="22" y="65"/>
                    <a:pt x="22" y="65"/>
                    <a:pt x="22" y="65"/>
                  </a:cubicBezTo>
                  <a:cubicBezTo>
                    <a:pt x="22" y="65"/>
                    <a:pt x="22" y="64"/>
                    <a:pt x="22" y="64"/>
                  </a:cubicBezTo>
                  <a:cubicBezTo>
                    <a:pt x="38" y="32"/>
                    <a:pt x="77" y="19"/>
                    <a:pt x="109" y="34"/>
                  </a:cubicBezTo>
                  <a:cubicBezTo>
                    <a:pt x="115" y="36"/>
                    <a:pt x="115" y="36"/>
                    <a:pt x="115" y="36"/>
                  </a:cubicBezTo>
                  <a:cubicBezTo>
                    <a:pt x="120" y="39"/>
                    <a:pt x="125" y="37"/>
                    <a:pt x="127" y="32"/>
                  </a:cubicBezTo>
                  <a:cubicBezTo>
                    <a:pt x="129" y="28"/>
                    <a:pt x="127" y="23"/>
                    <a:pt x="123" y="20"/>
                  </a:cubicBezTo>
                </a:path>
              </a:pathLst>
            </a:custGeom>
            <a:solidFill>
              <a:srgbClr val="179E97"/>
            </a:solidFill>
            <a:ln w="9525">
              <a:noFill/>
            </a:ln>
          </p:spPr>
          <p:txBody>
            <a:bodyPr/>
            <a:p>
              <a:endParaRPr lang="en-US"/>
            </a:p>
          </p:txBody>
        </p:sp>
        <p:sp>
          <p:nvSpPr>
            <p:cNvPr id="27686" name="Oval 43"/>
            <p:cNvSpPr/>
            <p:nvPr/>
          </p:nvSpPr>
          <p:spPr>
            <a:xfrm>
              <a:off x="3684020" y="4816138"/>
              <a:ext cx="606393" cy="606393"/>
            </a:xfrm>
            <a:prstGeom prst="ellipse">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687" name="Freeform 44"/>
            <p:cNvSpPr>
              <a:spLocks noEditPoints="1"/>
            </p:cNvSpPr>
            <p:nvPr/>
          </p:nvSpPr>
          <p:spPr>
            <a:xfrm>
              <a:off x="3773667" y="4915989"/>
              <a:ext cx="421997" cy="411794"/>
            </a:xfrm>
            <a:custGeom>
              <a:avLst/>
              <a:gdLst/>
              <a:ahLst/>
              <a:cxnLst>
                <a:cxn ang="0">
                  <a:pos x="248031" y="3446"/>
                </a:cxn>
                <a:cxn ang="0">
                  <a:pos x="180856" y="3446"/>
                </a:cxn>
                <a:cxn ang="0">
                  <a:pos x="234251" y="404902"/>
                </a:cxn>
                <a:cxn ang="0">
                  <a:pos x="372046" y="282570"/>
                </a:cxn>
                <a:cxn ang="0">
                  <a:pos x="322096" y="261894"/>
                </a:cxn>
                <a:cxn ang="0">
                  <a:pos x="315206" y="349766"/>
                </a:cxn>
                <a:cxn ang="0">
                  <a:pos x="79232" y="98210"/>
                </a:cxn>
                <a:cxn ang="0">
                  <a:pos x="77510" y="187806"/>
                </a:cxn>
                <a:cxn ang="0">
                  <a:pos x="91289" y="175745"/>
                </a:cxn>
                <a:cxn ang="0">
                  <a:pos x="111958" y="184360"/>
                </a:cxn>
                <a:cxn ang="0">
                  <a:pos x="127460" y="222265"/>
                </a:cxn>
                <a:cxn ang="0">
                  <a:pos x="149852" y="246387"/>
                </a:cxn>
                <a:cxn ang="0">
                  <a:pos x="151574" y="296354"/>
                </a:cxn>
                <a:cxn ang="0">
                  <a:pos x="161909" y="342875"/>
                </a:cxn>
                <a:cxn ang="0">
                  <a:pos x="182578" y="360104"/>
                </a:cxn>
                <a:cxn ang="0">
                  <a:pos x="215305" y="304969"/>
                </a:cxn>
                <a:cxn ang="0">
                  <a:pos x="241141" y="234326"/>
                </a:cxn>
                <a:cxn ang="0">
                  <a:pos x="196358" y="227434"/>
                </a:cxn>
                <a:cxn ang="0">
                  <a:pos x="156742" y="222265"/>
                </a:cxn>
                <a:cxn ang="0">
                  <a:pos x="132628" y="211927"/>
                </a:cxn>
                <a:cxn ang="0">
                  <a:pos x="148130" y="194698"/>
                </a:cxn>
                <a:cxn ang="0">
                  <a:pos x="151574" y="184360"/>
                </a:cxn>
                <a:cxn ang="0">
                  <a:pos x="124015" y="163684"/>
                </a:cxn>
                <a:cxn ang="0">
                  <a:pos x="204970" y="196421"/>
                </a:cxn>
                <a:cxn ang="0">
                  <a:pos x="210137" y="179191"/>
                </a:cxn>
                <a:cxn ang="0">
                  <a:pos x="227362" y="117163"/>
                </a:cxn>
                <a:cxn ang="0">
                  <a:pos x="235974" y="101656"/>
                </a:cxn>
                <a:cxn ang="0">
                  <a:pos x="249753" y="86149"/>
                </a:cxn>
                <a:cxn ang="0">
                  <a:pos x="220472" y="75811"/>
                </a:cxn>
                <a:cxn ang="0">
                  <a:pos x="191190" y="74088"/>
                </a:cxn>
                <a:cxn ang="0">
                  <a:pos x="165354" y="80980"/>
                </a:cxn>
                <a:cxn ang="0">
                  <a:pos x="199803" y="53413"/>
                </a:cxn>
                <a:cxn ang="0">
                  <a:pos x="186023" y="41352"/>
                </a:cxn>
                <a:cxn ang="0">
                  <a:pos x="179133" y="34460"/>
                </a:cxn>
                <a:cxn ang="0">
                  <a:pos x="232529" y="46521"/>
                </a:cxn>
                <a:cxn ang="0">
                  <a:pos x="284202" y="49967"/>
                </a:cxn>
                <a:cxn ang="0">
                  <a:pos x="287647" y="75811"/>
                </a:cxn>
                <a:cxn ang="0">
                  <a:pos x="308316" y="89595"/>
                </a:cxn>
                <a:cxn ang="0">
                  <a:pos x="334153" y="87872"/>
                </a:cxn>
                <a:cxn ang="0">
                  <a:pos x="356544" y="101656"/>
                </a:cxn>
                <a:cxn ang="0">
                  <a:pos x="341042" y="160238"/>
                </a:cxn>
                <a:cxn ang="0">
                  <a:pos x="380659" y="218819"/>
                </a:cxn>
              </a:cxnLst>
              <a:pathLst>
                <a:path w="245" h="239">
                  <a:moveTo>
                    <a:pt x="241" y="103"/>
                  </a:moveTo>
                  <a:cubicBezTo>
                    <a:pt x="239" y="84"/>
                    <a:pt x="232" y="65"/>
                    <a:pt x="220" y="49"/>
                  </a:cubicBezTo>
                  <a:cubicBezTo>
                    <a:pt x="201" y="23"/>
                    <a:pt x="175" y="8"/>
                    <a:pt x="144" y="2"/>
                  </a:cubicBezTo>
                  <a:cubicBezTo>
                    <a:pt x="137" y="1"/>
                    <a:pt x="131" y="1"/>
                    <a:pt x="124" y="0"/>
                  </a:cubicBezTo>
                  <a:cubicBezTo>
                    <a:pt x="123" y="0"/>
                    <a:pt x="123" y="0"/>
                    <a:pt x="123" y="0"/>
                  </a:cubicBezTo>
                  <a:cubicBezTo>
                    <a:pt x="117" y="1"/>
                    <a:pt x="111" y="1"/>
                    <a:pt x="105" y="2"/>
                  </a:cubicBezTo>
                  <a:cubicBezTo>
                    <a:pt x="44" y="11"/>
                    <a:pt x="0" y="69"/>
                    <a:pt x="7" y="130"/>
                  </a:cubicBezTo>
                  <a:cubicBezTo>
                    <a:pt x="10" y="160"/>
                    <a:pt x="23" y="185"/>
                    <a:pt x="45" y="205"/>
                  </a:cubicBezTo>
                  <a:cubicBezTo>
                    <a:pt x="70" y="228"/>
                    <a:pt x="101" y="239"/>
                    <a:pt x="136" y="235"/>
                  </a:cubicBezTo>
                  <a:cubicBezTo>
                    <a:pt x="163" y="233"/>
                    <a:pt x="186" y="222"/>
                    <a:pt x="206" y="203"/>
                  </a:cubicBezTo>
                  <a:cubicBezTo>
                    <a:pt x="234" y="176"/>
                    <a:pt x="245" y="142"/>
                    <a:pt x="241" y="103"/>
                  </a:cubicBezTo>
                  <a:moveTo>
                    <a:pt x="216" y="164"/>
                  </a:moveTo>
                  <a:cubicBezTo>
                    <a:pt x="213" y="159"/>
                    <a:pt x="209" y="151"/>
                    <a:pt x="208" y="145"/>
                  </a:cubicBezTo>
                  <a:cubicBezTo>
                    <a:pt x="205" y="136"/>
                    <a:pt x="199" y="145"/>
                    <a:pt x="199" y="151"/>
                  </a:cubicBezTo>
                  <a:cubicBezTo>
                    <a:pt x="198" y="157"/>
                    <a:pt x="195" y="161"/>
                    <a:pt x="187" y="152"/>
                  </a:cubicBezTo>
                  <a:cubicBezTo>
                    <a:pt x="179" y="143"/>
                    <a:pt x="177" y="145"/>
                    <a:pt x="175" y="145"/>
                  </a:cubicBezTo>
                  <a:cubicBezTo>
                    <a:pt x="173" y="145"/>
                    <a:pt x="168" y="151"/>
                    <a:pt x="169" y="179"/>
                  </a:cubicBezTo>
                  <a:cubicBezTo>
                    <a:pt x="170" y="198"/>
                    <a:pt x="178" y="201"/>
                    <a:pt x="183" y="203"/>
                  </a:cubicBezTo>
                  <a:cubicBezTo>
                    <a:pt x="173" y="209"/>
                    <a:pt x="162" y="214"/>
                    <a:pt x="150" y="217"/>
                  </a:cubicBezTo>
                  <a:cubicBezTo>
                    <a:pt x="104" y="229"/>
                    <a:pt x="57" y="208"/>
                    <a:pt x="35" y="165"/>
                  </a:cubicBezTo>
                  <a:cubicBezTo>
                    <a:pt x="15" y="126"/>
                    <a:pt x="25" y="82"/>
                    <a:pt x="46" y="57"/>
                  </a:cubicBezTo>
                  <a:cubicBezTo>
                    <a:pt x="46" y="61"/>
                    <a:pt x="47" y="65"/>
                    <a:pt x="47" y="69"/>
                  </a:cubicBezTo>
                  <a:cubicBezTo>
                    <a:pt x="48" y="80"/>
                    <a:pt x="47" y="91"/>
                    <a:pt x="45" y="102"/>
                  </a:cubicBezTo>
                  <a:cubicBezTo>
                    <a:pt x="45" y="104"/>
                    <a:pt x="45" y="106"/>
                    <a:pt x="45" y="109"/>
                  </a:cubicBezTo>
                  <a:cubicBezTo>
                    <a:pt x="46" y="110"/>
                    <a:pt x="48" y="111"/>
                    <a:pt x="49" y="111"/>
                  </a:cubicBezTo>
                  <a:cubicBezTo>
                    <a:pt x="50" y="112"/>
                    <a:pt x="52" y="110"/>
                    <a:pt x="52" y="109"/>
                  </a:cubicBezTo>
                  <a:cubicBezTo>
                    <a:pt x="53" y="107"/>
                    <a:pt x="53" y="104"/>
                    <a:pt x="53" y="102"/>
                  </a:cubicBezTo>
                  <a:cubicBezTo>
                    <a:pt x="53" y="100"/>
                    <a:pt x="53" y="99"/>
                    <a:pt x="53" y="96"/>
                  </a:cubicBezTo>
                  <a:cubicBezTo>
                    <a:pt x="55" y="98"/>
                    <a:pt x="56" y="98"/>
                    <a:pt x="57" y="99"/>
                  </a:cubicBezTo>
                  <a:cubicBezTo>
                    <a:pt x="60" y="102"/>
                    <a:pt x="62" y="105"/>
                    <a:pt x="65" y="107"/>
                  </a:cubicBezTo>
                  <a:cubicBezTo>
                    <a:pt x="66" y="109"/>
                    <a:pt x="67" y="110"/>
                    <a:pt x="67" y="112"/>
                  </a:cubicBezTo>
                  <a:cubicBezTo>
                    <a:pt x="67" y="115"/>
                    <a:pt x="68" y="117"/>
                    <a:pt x="70" y="119"/>
                  </a:cubicBezTo>
                  <a:cubicBezTo>
                    <a:pt x="72" y="122"/>
                    <a:pt x="72" y="126"/>
                    <a:pt x="74" y="129"/>
                  </a:cubicBezTo>
                  <a:cubicBezTo>
                    <a:pt x="74" y="130"/>
                    <a:pt x="74" y="132"/>
                    <a:pt x="75" y="133"/>
                  </a:cubicBezTo>
                  <a:cubicBezTo>
                    <a:pt x="76" y="136"/>
                    <a:pt x="78" y="138"/>
                    <a:pt x="82" y="138"/>
                  </a:cubicBezTo>
                  <a:cubicBezTo>
                    <a:pt x="85" y="138"/>
                    <a:pt x="86" y="140"/>
                    <a:pt x="87" y="143"/>
                  </a:cubicBezTo>
                  <a:cubicBezTo>
                    <a:pt x="86" y="143"/>
                    <a:pt x="85" y="143"/>
                    <a:pt x="84" y="143"/>
                  </a:cubicBezTo>
                  <a:cubicBezTo>
                    <a:pt x="80" y="144"/>
                    <a:pt x="78" y="146"/>
                    <a:pt x="78" y="150"/>
                  </a:cubicBezTo>
                  <a:cubicBezTo>
                    <a:pt x="78" y="159"/>
                    <a:pt x="81" y="166"/>
                    <a:pt x="88" y="172"/>
                  </a:cubicBezTo>
                  <a:cubicBezTo>
                    <a:pt x="90" y="174"/>
                    <a:pt x="91" y="175"/>
                    <a:pt x="93" y="177"/>
                  </a:cubicBezTo>
                  <a:cubicBezTo>
                    <a:pt x="97" y="181"/>
                    <a:pt x="98" y="186"/>
                    <a:pt x="97" y="191"/>
                  </a:cubicBezTo>
                  <a:cubicBezTo>
                    <a:pt x="96" y="193"/>
                    <a:pt x="94" y="196"/>
                    <a:pt x="94" y="199"/>
                  </a:cubicBezTo>
                  <a:cubicBezTo>
                    <a:pt x="94" y="201"/>
                    <a:pt x="94" y="204"/>
                    <a:pt x="94" y="207"/>
                  </a:cubicBezTo>
                  <a:cubicBezTo>
                    <a:pt x="95" y="209"/>
                    <a:pt x="95" y="215"/>
                    <a:pt x="97" y="215"/>
                  </a:cubicBezTo>
                  <a:cubicBezTo>
                    <a:pt x="102" y="214"/>
                    <a:pt x="105" y="215"/>
                    <a:pt x="106" y="209"/>
                  </a:cubicBezTo>
                  <a:cubicBezTo>
                    <a:pt x="106" y="208"/>
                    <a:pt x="106" y="208"/>
                    <a:pt x="105" y="207"/>
                  </a:cubicBezTo>
                  <a:cubicBezTo>
                    <a:pt x="104" y="202"/>
                    <a:pt x="111" y="187"/>
                    <a:pt x="115" y="185"/>
                  </a:cubicBezTo>
                  <a:cubicBezTo>
                    <a:pt x="118" y="182"/>
                    <a:pt x="121" y="180"/>
                    <a:pt x="125" y="177"/>
                  </a:cubicBezTo>
                  <a:cubicBezTo>
                    <a:pt x="129" y="173"/>
                    <a:pt x="131" y="168"/>
                    <a:pt x="129" y="162"/>
                  </a:cubicBezTo>
                  <a:cubicBezTo>
                    <a:pt x="127" y="157"/>
                    <a:pt x="129" y="153"/>
                    <a:pt x="133" y="149"/>
                  </a:cubicBezTo>
                  <a:cubicBezTo>
                    <a:pt x="137" y="146"/>
                    <a:pt x="140" y="141"/>
                    <a:pt x="140" y="136"/>
                  </a:cubicBezTo>
                  <a:cubicBezTo>
                    <a:pt x="139" y="130"/>
                    <a:pt x="136" y="126"/>
                    <a:pt x="131" y="127"/>
                  </a:cubicBezTo>
                  <a:cubicBezTo>
                    <a:pt x="129" y="127"/>
                    <a:pt x="126" y="128"/>
                    <a:pt x="124" y="129"/>
                  </a:cubicBezTo>
                  <a:cubicBezTo>
                    <a:pt x="121" y="130"/>
                    <a:pt x="117" y="132"/>
                    <a:pt x="114" y="132"/>
                  </a:cubicBezTo>
                  <a:cubicBezTo>
                    <a:pt x="109" y="133"/>
                    <a:pt x="106" y="130"/>
                    <a:pt x="104" y="126"/>
                  </a:cubicBezTo>
                  <a:cubicBezTo>
                    <a:pt x="102" y="123"/>
                    <a:pt x="102" y="123"/>
                    <a:pt x="99" y="125"/>
                  </a:cubicBezTo>
                  <a:cubicBezTo>
                    <a:pt x="96" y="126"/>
                    <a:pt x="94" y="128"/>
                    <a:pt x="91" y="129"/>
                  </a:cubicBezTo>
                  <a:cubicBezTo>
                    <a:pt x="89" y="131"/>
                    <a:pt x="87" y="130"/>
                    <a:pt x="85" y="128"/>
                  </a:cubicBezTo>
                  <a:cubicBezTo>
                    <a:pt x="84" y="127"/>
                    <a:pt x="82" y="126"/>
                    <a:pt x="81" y="125"/>
                  </a:cubicBezTo>
                  <a:cubicBezTo>
                    <a:pt x="79" y="124"/>
                    <a:pt x="78" y="124"/>
                    <a:pt x="77" y="123"/>
                  </a:cubicBezTo>
                  <a:cubicBezTo>
                    <a:pt x="76" y="122"/>
                    <a:pt x="74" y="120"/>
                    <a:pt x="74" y="119"/>
                  </a:cubicBezTo>
                  <a:cubicBezTo>
                    <a:pt x="74" y="117"/>
                    <a:pt x="76" y="115"/>
                    <a:pt x="78" y="115"/>
                  </a:cubicBezTo>
                  <a:cubicBezTo>
                    <a:pt x="80" y="114"/>
                    <a:pt x="83" y="114"/>
                    <a:pt x="86" y="113"/>
                  </a:cubicBezTo>
                  <a:cubicBezTo>
                    <a:pt x="88" y="113"/>
                    <a:pt x="89" y="112"/>
                    <a:pt x="90" y="112"/>
                  </a:cubicBezTo>
                  <a:cubicBezTo>
                    <a:pt x="92" y="111"/>
                    <a:pt x="92" y="110"/>
                    <a:pt x="91" y="109"/>
                  </a:cubicBezTo>
                  <a:cubicBezTo>
                    <a:pt x="90" y="108"/>
                    <a:pt x="89" y="108"/>
                    <a:pt x="88" y="107"/>
                  </a:cubicBezTo>
                  <a:cubicBezTo>
                    <a:pt x="84" y="105"/>
                    <a:pt x="80" y="104"/>
                    <a:pt x="75" y="102"/>
                  </a:cubicBezTo>
                  <a:cubicBezTo>
                    <a:pt x="74" y="102"/>
                    <a:pt x="73" y="101"/>
                    <a:pt x="72" y="100"/>
                  </a:cubicBezTo>
                  <a:cubicBezTo>
                    <a:pt x="70" y="99"/>
                    <a:pt x="69" y="97"/>
                    <a:pt x="72" y="95"/>
                  </a:cubicBezTo>
                  <a:cubicBezTo>
                    <a:pt x="81" y="86"/>
                    <a:pt x="93" y="84"/>
                    <a:pt x="103" y="95"/>
                  </a:cubicBezTo>
                  <a:cubicBezTo>
                    <a:pt x="106" y="98"/>
                    <a:pt x="108" y="103"/>
                    <a:pt x="111" y="106"/>
                  </a:cubicBezTo>
                  <a:cubicBezTo>
                    <a:pt x="113" y="109"/>
                    <a:pt x="116" y="112"/>
                    <a:pt x="119" y="114"/>
                  </a:cubicBezTo>
                  <a:cubicBezTo>
                    <a:pt x="120" y="115"/>
                    <a:pt x="123" y="115"/>
                    <a:pt x="124" y="115"/>
                  </a:cubicBezTo>
                  <a:cubicBezTo>
                    <a:pt x="126" y="114"/>
                    <a:pt x="126" y="111"/>
                    <a:pt x="125" y="109"/>
                  </a:cubicBezTo>
                  <a:cubicBezTo>
                    <a:pt x="124" y="107"/>
                    <a:pt x="123" y="105"/>
                    <a:pt x="122" y="104"/>
                  </a:cubicBezTo>
                  <a:cubicBezTo>
                    <a:pt x="116" y="96"/>
                    <a:pt x="117" y="82"/>
                    <a:pt x="128" y="76"/>
                  </a:cubicBezTo>
                  <a:cubicBezTo>
                    <a:pt x="132" y="74"/>
                    <a:pt x="135" y="72"/>
                    <a:pt x="137" y="67"/>
                  </a:cubicBezTo>
                  <a:cubicBezTo>
                    <a:pt x="135" y="67"/>
                    <a:pt x="133" y="68"/>
                    <a:pt x="132" y="68"/>
                  </a:cubicBezTo>
                  <a:cubicBezTo>
                    <a:pt x="123" y="71"/>
                    <a:pt x="129" y="65"/>
                    <a:pt x="133" y="63"/>
                  </a:cubicBezTo>
                  <a:cubicBezTo>
                    <a:pt x="136" y="63"/>
                    <a:pt x="131" y="61"/>
                    <a:pt x="131" y="61"/>
                  </a:cubicBezTo>
                  <a:cubicBezTo>
                    <a:pt x="131" y="61"/>
                    <a:pt x="134" y="60"/>
                    <a:pt x="137" y="59"/>
                  </a:cubicBezTo>
                  <a:cubicBezTo>
                    <a:pt x="139" y="58"/>
                    <a:pt x="142" y="57"/>
                    <a:pt x="143" y="55"/>
                  </a:cubicBezTo>
                  <a:cubicBezTo>
                    <a:pt x="145" y="54"/>
                    <a:pt x="145" y="52"/>
                    <a:pt x="146" y="51"/>
                  </a:cubicBezTo>
                  <a:cubicBezTo>
                    <a:pt x="146" y="51"/>
                    <a:pt x="146" y="50"/>
                    <a:pt x="145" y="50"/>
                  </a:cubicBezTo>
                  <a:cubicBezTo>
                    <a:pt x="143" y="50"/>
                    <a:pt x="141" y="51"/>
                    <a:pt x="139" y="51"/>
                  </a:cubicBezTo>
                  <a:cubicBezTo>
                    <a:pt x="135" y="51"/>
                    <a:pt x="134" y="51"/>
                    <a:pt x="134" y="47"/>
                  </a:cubicBezTo>
                  <a:cubicBezTo>
                    <a:pt x="133" y="44"/>
                    <a:pt x="131" y="43"/>
                    <a:pt x="128" y="44"/>
                  </a:cubicBezTo>
                  <a:cubicBezTo>
                    <a:pt x="127" y="45"/>
                    <a:pt x="125" y="46"/>
                    <a:pt x="123" y="47"/>
                  </a:cubicBezTo>
                  <a:cubicBezTo>
                    <a:pt x="120" y="50"/>
                    <a:pt x="117" y="49"/>
                    <a:pt x="115" y="45"/>
                  </a:cubicBezTo>
                  <a:cubicBezTo>
                    <a:pt x="115" y="42"/>
                    <a:pt x="113" y="42"/>
                    <a:pt x="111" y="43"/>
                  </a:cubicBezTo>
                  <a:cubicBezTo>
                    <a:pt x="110" y="44"/>
                    <a:pt x="109" y="45"/>
                    <a:pt x="108" y="46"/>
                  </a:cubicBezTo>
                  <a:cubicBezTo>
                    <a:pt x="106" y="47"/>
                    <a:pt x="104" y="48"/>
                    <a:pt x="102" y="48"/>
                  </a:cubicBezTo>
                  <a:cubicBezTo>
                    <a:pt x="100" y="49"/>
                    <a:pt x="97" y="50"/>
                    <a:pt x="96" y="47"/>
                  </a:cubicBezTo>
                  <a:cubicBezTo>
                    <a:pt x="95" y="45"/>
                    <a:pt x="96" y="43"/>
                    <a:pt x="98" y="41"/>
                  </a:cubicBezTo>
                  <a:cubicBezTo>
                    <a:pt x="100" y="39"/>
                    <a:pt x="103" y="38"/>
                    <a:pt x="105" y="37"/>
                  </a:cubicBezTo>
                  <a:cubicBezTo>
                    <a:pt x="109" y="35"/>
                    <a:pt x="113" y="33"/>
                    <a:pt x="116" y="31"/>
                  </a:cubicBezTo>
                  <a:cubicBezTo>
                    <a:pt x="119" y="29"/>
                    <a:pt x="120" y="26"/>
                    <a:pt x="119" y="23"/>
                  </a:cubicBezTo>
                  <a:cubicBezTo>
                    <a:pt x="119" y="20"/>
                    <a:pt x="117" y="19"/>
                    <a:pt x="114" y="21"/>
                  </a:cubicBezTo>
                  <a:cubicBezTo>
                    <a:pt x="112" y="22"/>
                    <a:pt x="110" y="23"/>
                    <a:pt x="108" y="24"/>
                  </a:cubicBezTo>
                  <a:cubicBezTo>
                    <a:pt x="107" y="25"/>
                    <a:pt x="105" y="25"/>
                    <a:pt x="103" y="24"/>
                  </a:cubicBezTo>
                  <a:cubicBezTo>
                    <a:pt x="103" y="24"/>
                    <a:pt x="102" y="23"/>
                    <a:pt x="102" y="22"/>
                  </a:cubicBezTo>
                  <a:cubicBezTo>
                    <a:pt x="102" y="21"/>
                    <a:pt x="103" y="20"/>
                    <a:pt x="104" y="20"/>
                  </a:cubicBezTo>
                  <a:cubicBezTo>
                    <a:pt x="109" y="19"/>
                    <a:pt x="114" y="18"/>
                    <a:pt x="119" y="18"/>
                  </a:cubicBezTo>
                  <a:cubicBezTo>
                    <a:pt x="120" y="18"/>
                    <a:pt x="121" y="18"/>
                    <a:pt x="121" y="19"/>
                  </a:cubicBezTo>
                  <a:cubicBezTo>
                    <a:pt x="125" y="23"/>
                    <a:pt x="129" y="25"/>
                    <a:pt x="135" y="27"/>
                  </a:cubicBezTo>
                  <a:cubicBezTo>
                    <a:pt x="139" y="28"/>
                    <a:pt x="139" y="27"/>
                    <a:pt x="140" y="23"/>
                  </a:cubicBezTo>
                  <a:cubicBezTo>
                    <a:pt x="145" y="22"/>
                    <a:pt x="151" y="19"/>
                    <a:pt x="156" y="22"/>
                  </a:cubicBezTo>
                  <a:cubicBezTo>
                    <a:pt x="159" y="24"/>
                    <a:pt x="162" y="27"/>
                    <a:pt x="165" y="29"/>
                  </a:cubicBezTo>
                  <a:cubicBezTo>
                    <a:pt x="165" y="30"/>
                    <a:pt x="165" y="32"/>
                    <a:pt x="165" y="33"/>
                  </a:cubicBezTo>
                  <a:cubicBezTo>
                    <a:pt x="164" y="35"/>
                    <a:pt x="163" y="36"/>
                    <a:pt x="163" y="38"/>
                  </a:cubicBezTo>
                  <a:cubicBezTo>
                    <a:pt x="162" y="41"/>
                    <a:pt x="164" y="44"/>
                    <a:pt x="167" y="44"/>
                  </a:cubicBezTo>
                  <a:cubicBezTo>
                    <a:pt x="168" y="44"/>
                    <a:pt x="169" y="43"/>
                    <a:pt x="171" y="43"/>
                  </a:cubicBezTo>
                  <a:cubicBezTo>
                    <a:pt x="174" y="43"/>
                    <a:pt x="175" y="44"/>
                    <a:pt x="174" y="48"/>
                  </a:cubicBezTo>
                  <a:cubicBezTo>
                    <a:pt x="174" y="52"/>
                    <a:pt x="175" y="53"/>
                    <a:pt x="179" y="52"/>
                  </a:cubicBezTo>
                  <a:cubicBezTo>
                    <a:pt x="181" y="52"/>
                    <a:pt x="182" y="52"/>
                    <a:pt x="183" y="53"/>
                  </a:cubicBezTo>
                  <a:cubicBezTo>
                    <a:pt x="184" y="53"/>
                    <a:pt x="185" y="54"/>
                    <a:pt x="185" y="54"/>
                  </a:cubicBezTo>
                  <a:cubicBezTo>
                    <a:pt x="190" y="57"/>
                    <a:pt x="193" y="56"/>
                    <a:pt x="194" y="51"/>
                  </a:cubicBezTo>
                  <a:cubicBezTo>
                    <a:pt x="194" y="50"/>
                    <a:pt x="194" y="50"/>
                    <a:pt x="194" y="49"/>
                  </a:cubicBezTo>
                  <a:cubicBezTo>
                    <a:pt x="195" y="47"/>
                    <a:pt x="196" y="46"/>
                    <a:pt x="198" y="48"/>
                  </a:cubicBezTo>
                  <a:cubicBezTo>
                    <a:pt x="201" y="51"/>
                    <a:pt x="204" y="55"/>
                    <a:pt x="207" y="59"/>
                  </a:cubicBezTo>
                  <a:cubicBezTo>
                    <a:pt x="204" y="62"/>
                    <a:pt x="204" y="66"/>
                    <a:pt x="204" y="70"/>
                  </a:cubicBezTo>
                  <a:cubicBezTo>
                    <a:pt x="205" y="75"/>
                    <a:pt x="204" y="78"/>
                    <a:pt x="202" y="82"/>
                  </a:cubicBezTo>
                  <a:cubicBezTo>
                    <a:pt x="201" y="86"/>
                    <a:pt x="199" y="90"/>
                    <a:pt x="198" y="93"/>
                  </a:cubicBezTo>
                  <a:cubicBezTo>
                    <a:pt x="196" y="99"/>
                    <a:pt x="198" y="102"/>
                    <a:pt x="204" y="103"/>
                  </a:cubicBezTo>
                  <a:cubicBezTo>
                    <a:pt x="209" y="104"/>
                    <a:pt x="210" y="105"/>
                    <a:pt x="211" y="111"/>
                  </a:cubicBezTo>
                  <a:cubicBezTo>
                    <a:pt x="211" y="118"/>
                    <a:pt x="215" y="124"/>
                    <a:pt x="221" y="127"/>
                  </a:cubicBezTo>
                  <a:cubicBezTo>
                    <a:pt x="223" y="128"/>
                    <a:pt x="224" y="128"/>
                    <a:pt x="226" y="129"/>
                  </a:cubicBezTo>
                  <a:cubicBezTo>
                    <a:pt x="225" y="140"/>
                    <a:pt x="222" y="152"/>
                    <a:pt x="216" y="164"/>
                  </a:cubicBezTo>
                </a:path>
              </a:pathLst>
            </a:custGeom>
            <a:solidFill>
              <a:schemeClr val="bg1"/>
            </a:solidFill>
            <a:ln w="9525">
              <a:noFill/>
            </a:ln>
          </p:spPr>
          <p:txBody>
            <a:bodyPr/>
            <a:p>
              <a:endParaRPr lang="en-US"/>
            </a:p>
          </p:txBody>
        </p:sp>
        <p:sp>
          <p:nvSpPr>
            <p:cNvPr id="27688" name="Oval 45"/>
            <p:cNvSpPr/>
            <p:nvPr/>
          </p:nvSpPr>
          <p:spPr>
            <a:xfrm>
              <a:off x="4306448" y="2907312"/>
              <a:ext cx="615139" cy="613682"/>
            </a:xfrm>
            <a:prstGeom prst="ellipse">
              <a:avLst/>
            </a:prstGeom>
            <a:solidFill>
              <a:srgbClr val="179E97"/>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grpSp>
          <p:nvGrpSpPr>
            <p:cNvPr id="27689" name="组合 47"/>
            <p:cNvGrpSpPr/>
            <p:nvPr/>
          </p:nvGrpSpPr>
          <p:grpSpPr>
            <a:xfrm>
              <a:off x="4409943" y="3024655"/>
              <a:ext cx="406691" cy="352028"/>
              <a:chOff x="4409943" y="2975668"/>
              <a:chExt cx="406691" cy="352028"/>
            </a:xfrm>
          </p:grpSpPr>
          <p:sp>
            <p:nvSpPr>
              <p:cNvPr id="27690" name="Freeform 46"/>
              <p:cNvSpPr/>
              <p:nvPr/>
            </p:nvSpPr>
            <p:spPr>
              <a:xfrm>
                <a:off x="4685443" y="2991703"/>
                <a:ext cx="65595" cy="82359"/>
              </a:xfrm>
              <a:custGeom>
                <a:avLst/>
                <a:gdLst/>
                <a:ahLst/>
                <a:cxnLst>
                  <a:cxn ang="0">
                    <a:pos x="65595" y="0"/>
                  </a:cxn>
                  <a:cxn ang="0">
                    <a:pos x="0" y="0"/>
                  </a:cxn>
                  <a:cxn ang="0">
                    <a:pos x="0" y="29154"/>
                  </a:cxn>
                  <a:cxn ang="0">
                    <a:pos x="65595" y="82359"/>
                  </a:cxn>
                  <a:cxn ang="0">
                    <a:pos x="65595" y="0"/>
                  </a:cxn>
                </a:cxnLst>
                <a:pathLst>
                  <a:path w="90" h="113">
                    <a:moveTo>
                      <a:pt x="90" y="0"/>
                    </a:moveTo>
                    <a:lnTo>
                      <a:pt x="0" y="0"/>
                    </a:lnTo>
                    <a:lnTo>
                      <a:pt x="0" y="40"/>
                    </a:lnTo>
                    <a:lnTo>
                      <a:pt x="90" y="113"/>
                    </a:lnTo>
                    <a:lnTo>
                      <a:pt x="90" y="0"/>
                    </a:lnTo>
                    <a:close/>
                  </a:path>
                </a:pathLst>
              </a:custGeom>
              <a:solidFill>
                <a:schemeClr val="bg1"/>
              </a:solidFill>
              <a:ln w="9525">
                <a:noFill/>
              </a:ln>
            </p:spPr>
            <p:txBody>
              <a:bodyPr/>
              <a:p>
                <a:endParaRPr lang="en-US"/>
              </a:p>
            </p:txBody>
          </p:sp>
          <p:sp>
            <p:nvSpPr>
              <p:cNvPr id="27691" name="Freeform 47"/>
              <p:cNvSpPr/>
              <p:nvPr/>
            </p:nvSpPr>
            <p:spPr>
              <a:xfrm>
                <a:off x="4474809" y="3062399"/>
                <a:ext cx="276230" cy="265297"/>
              </a:xfrm>
              <a:custGeom>
                <a:avLst/>
                <a:gdLst/>
                <a:ahLst/>
                <a:cxnLst>
                  <a:cxn ang="0">
                    <a:pos x="276230" y="140666"/>
                  </a:cxn>
                  <a:cxn ang="0">
                    <a:pos x="276230" y="111512"/>
                  </a:cxn>
                  <a:cxn ang="0">
                    <a:pos x="210634" y="58307"/>
                  </a:cxn>
                  <a:cxn ang="0">
                    <a:pos x="138479" y="0"/>
                  </a:cxn>
                  <a:cxn ang="0">
                    <a:pos x="0" y="111512"/>
                  </a:cxn>
                  <a:cxn ang="0">
                    <a:pos x="0" y="265297"/>
                  </a:cxn>
                  <a:cxn ang="0">
                    <a:pos x="88190" y="265297"/>
                  </a:cxn>
                  <a:cxn ang="0">
                    <a:pos x="88190" y="115156"/>
                  </a:cxn>
                  <a:cxn ang="0">
                    <a:pos x="190227" y="115156"/>
                  </a:cxn>
                  <a:cxn ang="0">
                    <a:pos x="190227" y="265297"/>
                  </a:cxn>
                  <a:cxn ang="0">
                    <a:pos x="276230" y="265297"/>
                  </a:cxn>
                  <a:cxn ang="0">
                    <a:pos x="276230" y="140666"/>
                  </a:cxn>
                </a:cxnLst>
                <a:pathLst>
                  <a:path w="379" h="364">
                    <a:moveTo>
                      <a:pt x="379" y="193"/>
                    </a:moveTo>
                    <a:lnTo>
                      <a:pt x="379" y="153"/>
                    </a:lnTo>
                    <a:lnTo>
                      <a:pt x="289" y="80"/>
                    </a:lnTo>
                    <a:lnTo>
                      <a:pt x="190" y="0"/>
                    </a:lnTo>
                    <a:lnTo>
                      <a:pt x="0" y="153"/>
                    </a:lnTo>
                    <a:lnTo>
                      <a:pt x="0" y="364"/>
                    </a:lnTo>
                    <a:lnTo>
                      <a:pt x="121" y="364"/>
                    </a:lnTo>
                    <a:lnTo>
                      <a:pt x="121" y="158"/>
                    </a:lnTo>
                    <a:lnTo>
                      <a:pt x="261" y="158"/>
                    </a:lnTo>
                    <a:lnTo>
                      <a:pt x="261" y="364"/>
                    </a:lnTo>
                    <a:lnTo>
                      <a:pt x="379" y="364"/>
                    </a:lnTo>
                    <a:lnTo>
                      <a:pt x="379" y="193"/>
                    </a:lnTo>
                    <a:close/>
                  </a:path>
                </a:pathLst>
              </a:custGeom>
              <a:solidFill>
                <a:schemeClr val="bg1"/>
              </a:solidFill>
              <a:ln w="9525">
                <a:noFill/>
              </a:ln>
            </p:spPr>
            <p:txBody>
              <a:bodyPr/>
              <a:p>
                <a:endParaRPr lang="en-US"/>
              </a:p>
            </p:txBody>
          </p:sp>
          <p:sp>
            <p:nvSpPr>
              <p:cNvPr id="27692" name="Freeform 48"/>
              <p:cNvSpPr/>
              <p:nvPr/>
            </p:nvSpPr>
            <p:spPr>
              <a:xfrm>
                <a:off x="4409943" y="2975668"/>
                <a:ext cx="406691" cy="208447"/>
              </a:xfrm>
              <a:custGeom>
                <a:avLst/>
                <a:gdLst/>
                <a:ahLst/>
                <a:cxnLst>
                  <a:cxn ang="0">
                    <a:pos x="64866" y="184395"/>
                  </a:cxn>
                  <a:cxn ang="0">
                    <a:pos x="203346" y="72884"/>
                  </a:cxn>
                  <a:cxn ang="0">
                    <a:pos x="275500" y="129733"/>
                  </a:cxn>
                  <a:cxn ang="0">
                    <a:pos x="341096" y="184395"/>
                  </a:cxn>
                  <a:cxn ang="0">
                    <a:pos x="371707" y="208447"/>
                  </a:cxn>
                  <a:cxn ang="0">
                    <a:pos x="406691" y="165446"/>
                  </a:cxn>
                  <a:cxn ang="0">
                    <a:pos x="341096" y="112241"/>
                  </a:cxn>
                  <a:cxn ang="0">
                    <a:pos x="275500" y="59036"/>
                  </a:cxn>
                  <a:cxn ang="0">
                    <a:pos x="203346" y="0"/>
                  </a:cxn>
                  <a:cxn ang="0">
                    <a:pos x="0" y="165446"/>
                  </a:cxn>
                  <a:cxn ang="0">
                    <a:pos x="35713" y="208447"/>
                  </a:cxn>
                  <a:cxn ang="0">
                    <a:pos x="64866" y="184395"/>
                  </a:cxn>
                </a:cxnLst>
                <a:pathLst>
                  <a:path w="558" h="286">
                    <a:moveTo>
                      <a:pt x="89" y="253"/>
                    </a:moveTo>
                    <a:lnTo>
                      <a:pt x="279" y="100"/>
                    </a:lnTo>
                    <a:lnTo>
                      <a:pt x="378" y="178"/>
                    </a:lnTo>
                    <a:lnTo>
                      <a:pt x="468" y="253"/>
                    </a:lnTo>
                    <a:lnTo>
                      <a:pt x="510" y="286"/>
                    </a:lnTo>
                    <a:lnTo>
                      <a:pt x="558" y="227"/>
                    </a:lnTo>
                    <a:lnTo>
                      <a:pt x="468" y="154"/>
                    </a:lnTo>
                    <a:lnTo>
                      <a:pt x="378" y="81"/>
                    </a:lnTo>
                    <a:lnTo>
                      <a:pt x="279" y="0"/>
                    </a:lnTo>
                    <a:lnTo>
                      <a:pt x="0" y="227"/>
                    </a:lnTo>
                    <a:lnTo>
                      <a:pt x="49" y="286"/>
                    </a:lnTo>
                    <a:lnTo>
                      <a:pt x="89" y="253"/>
                    </a:lnTo>
                    <a:close/>
                  </a:path>
                </a:pathLst>
              </a:custGeom>
              <a:solidFill>
                <a:schemeClr val="bg1"/>
              </a:solidFill>
              <a:ln w="9525">
                <a:noFill/>
              </a:ln>
            </p:spPr>
            <p:txBody>
              <a:bodyPr/>
              <a:p>
                <a:endParaRPr lang="en-US"/>
              </a:p>
            </p:txBody>
          </p:sp>
        </p:grpSp>
        <p:sp>
          <p:nvSpPr>
            <p:cNvPr id="27693" name="Oval 49"/>
            <p:cNvSpPr/>
            <p:nvPr/>
          </p:nvSpPr>
          <p:spPr>
            <a:xfrm>
              <a:off x="1423894" y="4313969"/>
              <a:ext cx="606393" cy="608580"/>
            </a:xfrm>
            <a:prstGeom prst="ellipse">
              <a:avLst/>
            </a:prstGeom>
            <a:solidFill>
              <a:srgbClr val="179E97"/>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grpSp>
          <p:nvGrpSpPr>
            <p:cNvPr id="27694" name="组合 52"/>
            <p:cNvGrpSpPr/>
            <p:nvPr/>
          </p:nvGrpSpPr>
          <p:grpSpPr>
            <a:xfrm>
              <a:off x="1513542" y="4457550"/>
              <a:ext cx="425641" cy="344740"/>
              <a:chOff x="1513542" y="4408563"/>
              <a:chExt cx="425641" cy="344740"/>
            </a:xfrm>
          </p:grpSpPr>
          <p:sp>
            <p:nvSpPr>
              <p:cNvPr id="27695" name="Freeform 50"/>
              <p:cNvSpPr/>
              <p:nvPr/>
            </p:nvSpPr>
            <p:spPr>
              <a:xfrm>
                <a:off x="1513542" y="4489464"/>
                <a:ext cx="306840" cy="263839"/>
              </a:xfrm>
              <a:custGeom>
                <a:avLst/>
                <a:gdLst/>
                <a:ahLst/>
                <a:cxnLst>
                  <a:cxn ang="0">
                    <a:pos x="32798" y="263839"/>
                  </a:cxn>
                  <a:cxn ang="0">
                    <a:pos x="86003" y="204803"/>
                  </a:cxn>
                  <a:cxn ang="0">
                    <a:pos x="306840" y="204803"/>
                  </a:cxn>
                  <a:cxn ang="0">
                    <a:pos x="306840" y="145039"/>
                  </a:cxn>
                  <a:cxn ang="0">
                    <a:pos x="106410" y="145039"/>
                  </a:cxn>
                  <a:cxn ang="0">
                    <a:pos x="96206" y="145039"/>
                  </a:cxn>
                  <a:cxn ang="0">
                    <a:pos x="96206" y="132648"/>
                  </a:cxn>
                  <a:cxn ang="0">
                    <a:pos x="96206" y="0"/>
                  </a:cxn>
                  <a:cxn ang="0">
                    <a:pos x="0" y="0"/>
                  </a:cxn>
                  <a:cxn ang="0">
                    <a:pos x="0" y="204803"/>
                  </a:cxn>
                  <a:cxn ang="0">
                    <a:pos x="32798" y="204803"/>
                  </a:cxn>
                  <a:cxn ang="0">
                    <a:pos x="32798" y="263839"/>
                  </a:cxn>
                </a:cxnLst>
                <a:pathLst>
                  <a:path w="421" h="362">
                    <a:moveTo>
                      <a:pt x="45" y="362"/>
                    </a:moveTo>
                    <a:lnTo>
                      <a:pt x="118" y="281"/>
                    </a:lnTo>
                    <a:lnTo>
                      <a:pt x="421" y="281"/>
                    </a:lnTo>
                    <a:lnTo>
                      <a:pt x="421" y="199"/>
                    </a:lnTo>
                    <a:lnTo>
                      <a:pt x="146" y="199"/>
                    </a:lnTo>
                    <a:lnTo>
                      <a:pt x="132" y="199"/>
                    </a:lnTo>
                    <a:lnTo>
                      <a:pt x="132" y="182"/>
                    </a:lnTo>
                    <a:lnTo>
                      <a:pt x="132" y="0"/>
                    </a:lnTo>
                    <a:lnTo>
                      <a:pt x="0" y="0"/>
                    </a:lnTo>
                    <a:lnTo>
                      <a:pt x="0" y="281"/>
                    </a:lnTo>
                    <a:lnTo>
                      <a:pt x="45" y="281"/>
                    </a:lnTo>
                    <a:lnTo>
                      <a:pt x="45" y="362"/>
                    </a:lnTo>
                    <a:close/>
                  </a:path>
                </a:pathLst>
              </a:custGeom>
              <a:solidFill>
                <a:schemeClr val="bg1"/>
              </a:solidFill>
              <a:ln w="9525">
                <a:noFill/>
              </a:ln>
            </p:spPr>
            <p:txBody>
              <a:bodyPr/>
              <a:p>
                <a:endParaRPr lang="en-US"/>
              </a:p>
            </p:txBody>
          </p:sp>
          <p:sp>
            <p:nvSpPr>
              <p:cNvPr id="27696" name="Freeform 51"/>
              <p:cNvSpPr>
                <a:spLocks noEditPoints="1"/>
              </p:cNvSpPr>
              <p:nvPr/>
            </p:nvSpPr>
            <p:spPr>
              <a:xfrm>
                <a:off x="1622138" y="4408563"/>
                <a:ext cx="317045" cy="274043"/>
              </a:xfrm>
              <a:custGeom>
                <a:avLst/>
                <a:gdLst/>
                <a:ahLst/>
                <a:cxnLst>
                  <a:cxn ang="0">
                    <a:pos x="227445" y="213719"/>
                  </a:cxn>
                  <a:cxn ang="0">
                    <a:pos x="284307" y="274043"/>
                  </a:cxn>
                  <a:cxn ang="0">
                    <a:pos x="284307" y="213719"/>
                  </a:cxn>
                  <a:cxn ang="0">
                    <a:pos x="317045" y="213719"/>
                  </a:cxn>
                  <a:cxn ang="0">
                    <a:pos x="317045" y="0"/>
                  </a:cxn>
                  <a:cxn ang="0">
                    <a:pos x="0" y="0"/>
                  </a:cxn>
                  <a:cxn ang="0">
                    <a:pos x="0" y="81006"/>
                  </a:cxn>
                  <a:cxn ang="0">
                    <a:pos x="0" y="213719"/>
                  </a:cxn>
                  <a:cxn ang="0">
                    <a:pos x="198153" y="213719"/>
                  </a:cxn>
                  <a:cxn ang="0">
                    <a:pos x="227445" y="213719"/>
                  </a:cxn>
                  <a:cxn ang="0">
                    <a:pos x="265353" y="84454"/>
                  </a:cxn>
                  <a:cxn ang="0">
                    <a:pos x="289476" y="108583"/>
                  </a:cxn>
                  <a:cxn ang="0">
                    <a:pos x="265353" y="132713"/>
                  </a:cxn>
                  <a:cxn ang="0">
                    <a:pos x="241230" y="108583"/>
                  </a:cxn>
                  <a:cxn ang="0">
                    <a:pos x="265353" y="84454"/>
                  </a:cxn>
                  <a:cxn ang="0">
                    <a:pos x="62031" y="132713"/>
                  </a:cxn>
                  <a:cxn ang="0">
                    <a:pos x="37908" y="108583"/>
                  </a:cxn>
                  <a:cxn ang="0">
                    <a:pos x="62031" y="84454"/>
                  </a:cxn>
                  <a:cxn ang="0">
                    <a:pos x="86154" y="108583"/>
                  </a:cxn>
                  <a:cxn ang="0">
                    <a:pos x="62031" y="132713"/>
                  </a:cxn>
                  <a:cxn ang="0">
                    <a:pos x="129230" y="132713"/>
                  </a:cxn>
                  <a:cxn ang="0">
                    <a:pos x="105107" y="108583"/>
                  </a:cxn>
                  <a:cxn ang="0">
                    <a:pos x="129230" y="84454"/>
                  </a:cxn>
                  <a:cxn ang="0">
                    <a:pos x="153353" y="108583"/>
                  </a:cxn>
                  <a:cxn ang="0">
                    <a:pos x="129230" y="132713"/>
                  </a:cxn>
                  <a:cxn ang="0">
                    <a:pos x="198153" y="132713"/>
                  </a:cxn>
                  <a:cxn ang="0">
                    <a:pos x="172307" y="108583"/>
                  </a:cxn>
                  <a:cxn ang="0">
                    <a:pos x="198153" y="84454"/>
                  </a:cxn>
                  <a:cxn ang="0">
                    <a:pos x="198153" y="84454"/>
                  </a:cxn>
                  <a:cxn ang="0">
                    <a:pos x="222276" y="108583"/>
                  </a:cxn>
                  <a:cxn ang="0">
                    <a:pos x="198153" y="132713"/>
                  </a:cxn>
                  <a:cxn ang="0">
                    <a:pos x="198153" y="132713"/>
                  </a:cxn>
                </a:cxnLst>
                <a:pathLst>
                  <a:path w="184" h="159">
                    <a:moveTo>
                      <a:pt x="132" y="124"/>
                    </a:moveTo>
                    <a:cubicBezTo>
                      <a:pt x="165" y="159"/>
                      <a:pt x="165" y="159"/>
                      <a:pt x="165" y="159"/>
                    </a:cubicBezTo>
                    <a:cubicBezTo>
                      <a:pt x="165" y="124"/>
                      <a:pt x="165" y="124"/>
                      <a:pt x="165" y="124"/>
                    </a:cubicBezTo>
                    <a:cubicBezTo>
                      <a:pt x="184" y="124"/>
                      <a:pt x="184" y="124"/>
                      <a:pt x="184" y="124"/>
                    </a:cubicBezTo>
                    <a:cubicBezTo>
                      <a:pt x="184" y="0"/>
                      <a:pt x="184" y="0"/>
                      <a:pt x="184" y="0"/>
                    </a:cubicBezTo>
                    <a:cubicBezTo>
                      <a:pt x="0" y="0"/>
                      <a:pt x="0" y="0"/>
                      <a:pt x="0" y="0"/>
                    </a:cubicBezTo>
                    <a:cubicBezTo>
                      <a:pt x="0" y="47"/>
                      <a:pt x="0" y="47"/>
                      <a:pt x="0" y="47"/>
                    </a:cubicBezTo>
                    <a:cubicBezTo>
                      <a:pt x="0" y="124"/>
                      <a:pt x="0" y="124"/>
                      <a:pt x="0" y="124"/>
                    </a:cubicBezTo>
                    <a:cubicBezTo>
                      <a:pt x="115" y="124"/>
                      <a:pt x="115" y="124"/>
                      <a:pt x="115" y="124"/>
                    </a:cubicBezTo>
                    <a:lnTo>
                      <a:pt x="132" y="124"/>
                    </a:lnTo>
                    <a:close/>
                    <a:moveTo>
                      <a:pt x="154" y="49"/>
                    </a:moveTo>
                    <a:cubicBezTo>
                      <a:pt x="162" y="49"/>
                      <a:pt x="168" y="56"/>
                      <a:pt x="168" y="63"/>
                    </a:cubicBezTo>
                    <a:cubicBezTo>
                      <a:pt x="168" y="71"/>
                      <a:pt x="162" y="77"/>
                      <a:pt x="154" y="77"/>
                    </a:cubicBezTo>
                    <a:cubicBezTo>
                      <a:pt x="146" y="77"/>
                      <a:pt x="140" y="71"/>
                      <a:pt x="140" y="63"/>
                    </a:cubicBezTo>
                    <a:cubicBezTo>
                      <a:pt x="140" y="56"/>
                      <a:pt x="146" y="49"/>
                      <a:pt x="154" y="49"/>
                    </a:cubicBezTo>
                    <a:moveTo>
                      <a:pt x="36" y="77"/>
                    </a:moveTo>
                    <a:cubicBezTo>
                      <a:pt x="28" y="77"/>
                      <a:pt x="22" y="71"/>
                      <a:pt x="22" y="63"/>
                    </a:cubicBezTo>
                    <a:cubicBezTo>
                      <a:pt x="22" y="56"/>
                      <a:pt x="28" y="49"/>
                      <a:pt x="36" y="49"/>
                    </a:cubicBezTo>
                    <a:cubicBezTo>
                      <a:pt x="44" y="49"/>
                      <a:pt x="50" y="56"/>
                      <a:pt x="50" y="63"/>
                    </a:cubicBezTo>
                    <a:cubicBezTo>
                      <a:pt x="50" y="71"/>
                      <a:pt x="44" y="77"/>
                      <a:pt x="36" y="77"/>
                    </a:cubicBezTo>
                    <a:moveTo>
                      <a:pt x="75" y="77"/>
                    </a:moveTo>
                    <a:cubicBezTo>
                      <a:pt x="67" y="77"/>
                      <a:pt x="61" y="71"/>
                      <a:pt x="61" y="63"/>
                    </a:cubicBezTo>
                    <a:cubicBezTo>
                      <a:pt x="61" y="56"/>
                      <a:pt x="67" y="49"/>
                      <a:pt x="75" y="49"/>
                    </a:cubicBezTo>
                    <a:cubicBezTo>
                      <a:pt x="83" y="49"/>
                      <a:pt x="89" y="56"/>
                      <a:pt x="89" y="63"/>
                    </a:cubicBezTo>
                    <a:cubicBezTo>
                      <a:pt x="89" y="71"/>
                      <a:pt x="83" y="77"/>
                      <a:pt x="75" y="77"/>
                    </a:cubicBezTo>
                    <a:moveTo>
                      <a:pt x="115" y="77"/>
                    </a:moveTo>
                    <a:cubicBezTo>
                      <a:pt x="107" y="77"/>
                      <a:pt x="100" y="71"/>
                      <a:pt x="100" y="63"/>
                    </a:cubicBezTo>
                    <a:cubicBezTo>
                      <a:pt x="100" y="56"/>
                      <a:pt x="107" y="49"/>
                      <a:pt x="115" y="49"/>
                    </a:cubicBezTo>
                    <a:cubicBezTo>
                      <a:pt x="115" y="49"/>
                      <a:pt x="115" y="49"/>
                      <a:pt x="115" y="49"/>
                    </a:cubicBezTo>
                    <a:cubicBezTo>
                      <a:pt x="123" y="50"/>
                      <a:pt x="129" y="56"/>
                      <a:pt x="129" y="63"/>
                    </a:cubicBezTo>
                    <a:cubicBezTo>
                      <a:pt x="129" y="71"/>
                      <a:pt x="123" y="77"/>
                      <a:pt x="115" y="77"/>
                    </a:cubicBezTo>
                    <a:cubicBezTo>
                      <a:pt x="115" y="77"/>
                      <a:pt x="115" y="77"/>
                      <a:pt x="115" y="77"/>
                    </a:cubicBezTo>
                  </a:path>
                </a:pathLst>
              </a:custGeom>
              <a:solidFill>
                <a:schemeClr val="bg1"/>
              </a:solidFill>
              <a:ln w="9525">
                <a:noFill/>
              </a:ln>
            </p:spPr>
            <p:txBody>
              <a:bodyPr/>
              <a:p>
                <a:endParaRPr lang="en-US"/>
              </a:p>
            </p:txBody>
          </p:sp>
        </p:grpSp>
        <p:sp>
          <p:nvSpPr>
            <p:cNvPr id="27697" name="Oval 52"/>
            <p:cNvSpPr/>
            <p:nvPr/>
          </p:nvSpPr>
          <p:spPr>
            <a:xfrm>
              <a:off x="2931860" y="3789934"/>
              <a:ext cx="410336" cy="412522"/>
            </a:xfrm>
            <a:prstGeom prst="ellipse">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698" name="Rectangle 53"/>
            <p:cNvSpPr/>
            <p:nvPr/>
          </p:nvSpPr>
          <p:spPr>
            <a:xfrm>
              <a:off x="3171647" y="3904362"/>
              <a:ext cx="46645" cy="20407"/>
            </a:xfrm>
            <a:prstGeom prst="rect">
              <a:avLst/>
            </a:prstGeom>
            <a:solidFill>
              <a:schemeClr val="bg1"/>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699" name="Freeform 54"/>
            <p:cNvSpPr>
              <a:spLocks noEditPoints="1"/>
            </p:cNvSpPr>
            <p:nvPr/>
          </p:nvSpPr>
          <p:spPr>
            <a:xfrm>
              <a:off x="3001099" y="3931329"/>
              <a:ext cx="244889" cy="179294"/>
            </a:xfrm>
            <a:custGeom>
              <a:avLst/>
              <a:gdLst/>
              <a:ahLst/>
              <a:cxnLst>
                <a:cxn ang="0">
                  <a:pos x="0" y="179294"/>
                </a:cxn>
                <a:cxn ang="0">
                  <a:pos x="244889" y="179294"/>
                </a:cxn>
                <a:cxn ang="0">
                  <a:pos x="244889" y="0"/>
                </a:cxn>
                <a:cxn ang="0">
                  <a:pos x="0" y="0"/>
                </a:cxn>
                <a:cxn ang="0">
                  <a:pos x="0" y="179294"/>
                </a:cxn>
                <a:cxn ang="0">
                  <a:pos x="169008" y="18964"/>
                </a:cxn>
                <a:cxn ang="0">
                  <a:pos x="219020" y="18964"/>
                </a:cxn>
                <a:cxn ang="0">
                  <a:pos x="219020" y="49995"/>
                </a:cxn>
                <a:cxn ang="0">
                  <a:pos x="169008" y="49995"/>
                </a:cxn>
                <a:cxn ang="0">
                  <a:pos x="169008" y="18964"/>
                </a:cxn>
                <a:cxn ang="0">
                  <a:pos x="20695" y="89647"/>
                </a:cxn>
                <a:cxn ang="0">
                  <a:pos x="22419" y="82751"/>
                </a:cxn>
                <a:cxn ang="0">
                  <a:pos x="22419" y="75855"/>
                </a:cxn>
                <a:cxn ang="0">
                  <a:pos x="27593" y="62063"/>
                </a:cxn>
                <a:cxn ang="0">
                  <a:pos x="29318" y="55167"/>
                </a:cxn>
                <a:cxn ang="0">
                  <a:pos x="32767" y="49995"/>
                </a:cxn>
                <a:cxn ang="0">
                  <a:pos x="37941" y="44824"/>
                </a:cxn>
                <a:cxn ang="0">
                  <a:pos x="41390" y="41376"/>
                </a:cxn>
                <a:cxn ang="0">
                  <a:pos x="91402" y="18964"/>
                </a:cxn>
                <a:cxn ang="0">
                  <a:pos x="143139" y="41376"/>
                </a:cxn>
                <a:cxn ang="0">
                  <a:pos x="150038" y="49995"/>
                </a:cxn>
                <a:cxn ang="0">
                  <a:pos x="153487" y="55167"/>
                </a:cxn>
                <a:cxn ang="0">
                  <a:pos x="156936" y="62063"/>
                </a:cxn>
                <a:cxn ang="0">
                  <a:pos x="160385" y="75855"/>
                </a:cxn>
                <a:cxn ang="0">
                  <a:pos x="162110" y="82751"/>
                </a:cxn>
                <a:cxn ang="0">
                  <a:pos x="162110" y="89647"/>
                </a:cxn>
                <a:cxn ang="0">
                  <a:pos x="156936" y="113783"/>
                </a:cxn>
                <a:cxn ang="0">
                  <a:pos x="150038" y="129299"/>
                </a:cxn>
                <a:cxn ang="0">
                  <a:pos x="143139" y="136194"/>
                </a:cxn>
                <a:cxn ang="0">
                  <a:pos x="91402" y="160330"/>
                </a:cxn>
                <a:cxn ang="0">
                  <a:pos x="70707" y="156882"/>
                </a:cxn>
                <a:cxn ang="0">
                  <a:pos x="55186" y="149986"/>
                </a:cxn>
                <a:cxn ang="0">
                  <a:pos x="50013" y="146538"/>
                </a:cxn>
                <a:cxn ang="0">
                  <a:pos x="46563" y="143090"/>
                </a:cxn>
                <a:cxn ang="0">
                  <a:pos x="41390" y="139642"/>
                </a:cxn>
                <a:cxn ang="0">
                  <a:pos x="37941" y="134471"/>
                </a:cxn>
                <a:cxn ang="0">
                  <a:pos x="36216" y="132747"/>
                </a:cxn>
                <a:cxn ang="0">
                  <a:pos x="32767" y="129299"/>
                </a:cxn>
                <a:cxn ang="0">
                  <a:pos x="29318" y="122403"/>
                </a:cxn>
                <a:cxn ang="0">
                  <a:pos x="25869" y="113783"/>
                </a:cxn>
                <a:cxn ang="0">
                  <a:pos x="20695" y="89647"/>
                </a:cxn>
              </a:cxnLst>
              <a:pathLst>
                <a:path w="142" h="104">
                  <a:moveTo>
                    <a:pt x="0" y="104"/>
                  </a:moveTo>
                  <a:cubicBezTo>
                    <a:pt x="142" y="104"/>
                    <a:pt x="142" y="104"/>
                    <a:pt x="142" y="104"/>
                  </a:cubicBezTo>
                  <a:cubicBezTo>
                    <a:pt x="142" y="0"/>
                    <a:pt x="142" y="0"/>
                    <a:pt x="142" y="0"/>
                  </a:cubicBezTo>
                  <a:cubicBezTo>
                    <a:pt x="0" y="0"/>
                    <a:pt x="0" y="0"/>
                    <a:pt x="0" y="0"/>
                  </a:cubicBezTo>
                  <a:lnTo>
                    <a:pt x="0" y="104"/>
                  </a:lnTo>
                  <a:close/>
                  <a:moveTo>
                    <a:pt x="98" y="11"/>
                  </a:moveTo>
                  <a:cubicBezTo>
                    <a:pt x="127" y="11"/>
                    <a:pt x="127" y="11"/>
                    <a:pt x="127" y="11"/>
                  </a:cubicBezTo>
                  <a:cubicBezTo>
                    <a:pt x="127" y="29"/>
                    <a:pt x="127" y="29"/>
                    <a:pt x="127" y="29"/>
                  </a:cubicBezTo>
                  <a:cubicBezTo>
                    <a:pt x="98" y="29"/>
                    <a:pt x="98" y="29"/>
                    <a:pt x="98" y="29"/>
                  </a:cubicBezTo>
                  <a:lnTo>
                    <a:pt x="98" y="11"/>
                  </a:lnTo>
                  <a:close/>
                  <a:moveTo>
                    <a:pt x="12" y="52"/>
                  </a:moveTo>
                  <a:cubicBezTo>
                    <a:pt x="12" y="50"/>
                    <a:pt x="13" y="49"/>
                    <a:pt x="13" y="48"/>
                  </a:cubicBezTo>
                  <a:cubicBezTo>
                    <a:pt x="13" y="46"/>
                    <a:pt x="13" y="45"/>
                    <a:pt x="13" y="44"/>
                  </a:cubicBezTo>
                  <a:cubicBezTo>
                    <a:pt x="14" y="41"/>
                    <a:pt x="15" y="38"/>
                    <a:pt x="16" y="36"/>
                  </a:cubicBezTo>
                  <a:cubicBezTo>
                    <a:pt x="16" y="35"/>
                    <a:pt x="17" y="34"/>
                    <a:pt x="17" y="32"/>
                  </a:cubicBezTo>
                  <a:cubicBezTo>
                    <a:pt x="18" y="31"/>
                    <a:pt x="19" y="30"/>
                    <a:pt x="19" y="29"/>
                  </a:cubicBezTo>
                  <a:cubicBezTo>
                    <a:pt x="20" y="28"/>
                    <a:pt x="21" y="27"/>
                    <a:pt x="22" y="26"/>
                  </a:cubicBezTo>
                  <a:cubicBezTo>
                    <a:pt x="22" y="25"/>
                    <a:pt x="23" y="24"/>
                    <a:pt x="24" y="24"/>
                  </a:cubicBezTo>
                  <a:cubicBezTo>
                    <a:pt x="31" y="16"/>
                    <a:pt x="42" y="11"/>
                    <a:pt x="53" y="11"/>
                  </a:cubicBezTo>
                  <a:cubicBezTo>
                    <a:pt x="65" y="11"/>
                    <a:pt x="76" y="16"/>
                    <a:pt x="83" y="24"/>
                  </a:cubicBezTo>
                  <a:cubicBezTo>
                    <a:pt x="85" y="26"/>
                    <a:pt x="86" y="27"/>
                    <a:pt x="87" y="29"/>
                  </a:cubicBezTo>
                  <a:cubicBezTo>
                    <a:pt x="88" y="30"/>
                    <a:pt x="88" y="31"/>
                    <a:pt x="89" y="32"/>
                  </a:cubicBezTo>
                  <a:cubicBezTo>
                    <a:pt x="90" y="34"/>
                    <a:pt x="90" y="35"/>
                    <a:pt x="91" y="36"/>
                  </a:cubicBezTo>
                  <a:cubicBezTo>
                    <a:pt x="92" y="38"/>
                    <a:pt x="93" y="41"/>
                    <a:pt x="93" y="44"/>
                  </a:cubicBezTo>
                  <a:cubicBezTo>
                    <a:pt x="93" y="45"/>
                    <a:pt x="94" y="46"/>
                    <a:pt x="94" y="48"/>
                  </a:cubicBezTo>
                  <a:cubicBezTo>
                    <a:pt x="94" y="49"/>
                    <a:pt x="94" y="50"/>
                    <a:pt x="94" y="52"/>
                  </a:cubicBezTo>
                  <a:cubicBezTo>
                    <a:pt x="94" y="57"/>
                    <a:pt x="93" y="62"/>
                    <a:pt x="91" y="66"/>
                  </a:cubicBezTo>
                  <a:cubicBezTo>
                    <a:pt x="90" y="69"/>
                    <a:pt x="89" y="72"/>
                    <a:pt x="87" y="75"/>
                  </a:cubicBezTo>
                  <a:cubicBezTo>
                    <a:pt x="86" y="76"/>
                    <a:pt x="85" y="78"/>
                    <a:pt x="83" y="79"/>
                  </a:cubicBezTo>
                  <a:cubicBezTo>
                    <a:pt x="76" y="87"/>
                    <a:pt x="65" y="93"/>
                    <a:pt x="53" y="93"/>
                  </a:cubicBezTo>
                  <a:cubicBezTo>
                    <a:pt x="49" y="93"/>
                    <a:pt x="45" y="92"/>
                    <a:pt x="41" y="91"/>
                  </a:cubicBezTo>
                  <a:cubicBezTo>
                    <a:pt x="38" y="90"/>
                    <a:pt x="35" y="88"/>
                    <a:pt x="32" y="87"/>
                  </a:cubicBezTo>
                  <a:cubicBezTo>
                    <a:pt x="31" y="86"/>
                    <a:pt x="30" y="85"/>
                    <a:pt x="29" y="85"/>
                  </a:cubicBezTo>
                  <a:cubicBezTo>
                    <a:pt x="28" y="84"/>
                    <a:pt x="28" y="84"/>
                    <a:pt x="27" y="83"/>
                  </a:cubicBezTo>
                  <a:cubicBezTo>
                    <a:pt x="26" y="82"/>
                    <a:pt x="25" y="82"/>
                    <a:pt x="24" y="81"/>
                  </a:cubicBezTo>
                  <a:cubicBezTo>
                    <a:pt x="24" y="80"/>
                    <a:pt x="23" y="79"/>
                    <a:pt x="22" y="78"/>
                  </a:cubicBezTo>
                  <a:cubicBezTo>
                    <a:pt x="22" y="78"/>
                    <a:pt x="21" y="77"/>
                    <a:pt x="21" y="77"/>
                  </a:cubicBezTo>
                  <a:cubicBezTo>
                    <a:pt x="20" y="76"/>
                    <a:pt x="20" y="75"/>
                    <a:pt x="19" y="75"/>
                  </a:cubicBezTo>
                  <a:cubicBezTo>
                    <a:pt x="19" y="74"/>
                    <a:pt x="18" y="72"/>
                    <a:pt x="17" y="71"/>
                  </a:cubicBezTo>
                  <a:cubicBezTo>
                    <a:pt x="16" y="70"/>
                    <a:pt x="16" y="68"/>
                    <a:pt x="15" y="66"/>
                  </a:cubicBezTo>
                  <a:cubicBezTo>
                    <a:pt x="13" y="62"/>
                    <a:pt x="12" y="57"/>
                    <a:pt x="12" y="52"/>
                  </a:cubicBezTo>
                </a:path>
              </a:pathLst>
            </a:custGeom>
            <a:solidFill>
              <a:schemeClr val="bg1"/>
            </a:solidFill>
            <a:ln w="9525">
              <a:noFill/>
            </a:ln>
          </p:spPr>
          <p:txBody>
            <a:bodyPr/>
            <a:p>
              <a:endParaRPr lang="en-US"/>
            </a:p>
          </p:txBody>
        </p:sp>
        <p:sp>
          <p:nvSpPr>
            <p:cNvPr id="27700" name="Oval 55"/>
            <p:cNvSpPr/>
            <p:nvPr/>
          </p:nvSpPr>
          <p:spPr>
            <a:xfrm>
              <a:off x="3042643" y="3969228"/>
              <a:ext cx="101308" cy="102037"/>
            </a:xfrm>
            <a:prstGeom prst="ellipse">
              <a:avLst/>
            </a:prstGeom>
            <a:solidFill>
              <a:schemeClr val="bg1"/>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01" name="Oval 56"/>
            <p:cNvSpPr/>
            <p:nvPr/>
          </p:nvSpPr>
          <p:spPr>
            <a:xfrm>
              <a:off x="2431877" y="2016672"/>
              <a:ext cx="589630" cy="589630"/>
            </a:xfrm>
            <a:prstGeom prst="ellipse">
              <a:avLst/>
            </a:prstGeom>
            <a:solidFill>
              <a:srgbClr val="145F89"/>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grpSp>
          <p:nvGrpSpPr>
            <p:cNvPr id="27702" name="组合 60"/>
            <p:cNvGrpSpPr/>
            <p:nvPr/>
          </p:nvGrpSpPr>
          <p:grpSpPr>
            <a:xfrm>
              <a:off x="2514964" y="2193780"/>
              <a:ext cx="429286" cy="310484"/>
              <a:chOff x="2514964" y="2144793"/>
              <a:chExt cx="429286" cy="310484"/>
            </a:xfrm>
          </p:grpSpPr>
          <p:sp>
            <p:nvSpPr>
              <p:cNvPr id="27703" name="Freeform 57"/>
              <p:cNvSpPr/>
              <p:nvPr/>
            </p:nvSpPr>
            <p:spPr>
              <a:xfrm>
                <a:off x="2638867" y="2340121"/>
                <a:ext cx="88189" cy="39357"/>
              </a:xfrm>
              <a:custGeom>
                <a:avLst/>
                <a:gdLst/>
                <a:ahLst/>
                <a:cxnLst>
                  <a:cxn ang="0">
                    <a:pos x="84545" y="39357"/>
                  </a:cxn>
                  <a:cxn ang="0">
                    <a:pos x="88189" y="0"/>
                  </a:cxn>
                  <a:cxn ang="0">
                    <a:pos x="0" y="0"/>
                  </a:cxn>
                  <a:cxn ang="0">
                    <a:pos x="3644" y="39357"/>
                  </a:cxn>
                  <a:cxn ang="0">
                    <a:pos x="84545" y="39357"/>
                  </a:cxn>
                </a:cxnLst>
                <a:pathLst>
                  <a:path w="121" h="54">
                    <a:moveTo>
                      <a:pt x="116" y="54"/>
                    </a:moveTo>
                    <a:lnTo>
                      <a:pt x="121" y="0"/>
                    </a:lnTo>
                    <a:lnTo>
                      <a:pt x="0" y="0"/>
                    </a:lnTo>
                    <a:lnTo>
                      <a:pt x="5" y="54"/>
                    </a:lnTo>
                    <a:lnTo>
                      <a:pt x="116" y="54"/>
                    </a:lnTo>
                    <a:close/>
                  </a:path>
                </a:pathLst>
              </a:custGeom>
              <a:solidFill>
                <a:schemeClr val="bg1"/>
              </a:solidFill>
              <a:ln w="9525">
                <a:noFill/>
              </a:ln>
            </p:spPr>
            <p:txBody>
              <a:bodyPr/>
              <a:p>
                <a:endParaRPr lang="en-US"/>
              </a:p>
            </p:txBody>
          </p:sp>
          <p:sp>
            <p:nvSpPr>
              <p:cNvPr id="27704" name="Freeform 58"/>
              <p:cNvSpPr/>
              <p:nvPr/>
            </p:nvSpPr>
            <p:spPr>
              <a:xfrm>
                <a:off x="2740904" y="2262136"/>
                <a:ext cx="96207" cy="65595"/>
              </a:xfrm>
              <a:custGeom>
                <a:avLst/>
                <a:gdLst/>
                <a:ahLst/>
                <a:cxnLst>
                  <a:cxn ang="0">
                    <a:pos x="0" y="65595"/>
                  </a:cxn>
                  <a:cxn ang="0">
                    <a:pos x="79444" y="65595"/>
                  </a:cxn>
                  <a:cxn ang="0">
                    <a:pos x="96207" y="0"/>
                  </a:cxn>
                  <a:cxn ang="0">
                    <a:pos x="5102" y="0"/>
                  </a:cxn>
                  <a:cxn ang="0">
                    <a:pos x="0" y="65595"/>
                  </a:cxn>
                </a:cxnLst>
                <a:pathLst>
                  <a:path w="132" h="90">
                    <a:moveTo>
                      <a:pt x="0" y="90"/>
                    </a:moveTo>
                    <a:lnTo>
                      <a:pt x="109" y="90"/>
                    </a:lnTo>
                    <a:lnTo>
                      <a:pt x="132" y="0"/>
                    </a:lnTo>
                    <a:lnTo>
                      <a:pt x="7" y="0"/>
                    </a:lnTo>
                    <a:lnTo>
                      <a:pt x="0" y="90"/>
                    </a:lnTo>
                    <a:close/>
                  </a:path>
                </a:pathLst>
              </a:custGeom>
              <a:solidFill>
                <a:schemeClr val="bg1"/>
              </a:solidFill>
              <a:ln w="9525">
                <a:noFill/>
              </a:ln>
            </p:spPr>
            <p:txBody>
              <a:bodyPr/>
              <a:p>
                <a:endParaRPr lang="en-US"/>
              </a:p>
            </p:txBody>
          </p:sp>
          <p:sp>
            <p:nvSpPr>
              <p:cNvPr id="27705" name="Freeform 59"/>
              <p:cNvSpPr/>
              <p:nvPr/>
            </p:nvSpPr>
            <p:spPr>
              <a:xfrm>
                <a:off x="2549219" y="2340121"/>
                <a:ext cx="80901" cy="39357"/>
              </a:xfrm>
              <a:custGeom>
                <a:avLst/>
                <a:gdLst/>
                <a:ahLst/>
                <a:cxnLst>
                  <a:cxn ang="0">
                    <a:pos x="0" y="0"/>
                  </a:cxn>
                  <a:cxn ang="0">
                    <a:pos x="8746" y="39357"/>
                  </a:cxn>
                  <a:cxn ang="0">
                    <a:pos x="80901" y="39357"/>
                  </a:cxn>
                  <a:cxn ang="0">
                    <a:pos x="77986" y="0"/>
                  </a:cxn>
                  <a:cxn ang="0">
                    <a:pos x="0" y="0"/>
                  </a:cxn>
                </a:cxnLst>
                <a:pathLst>
                  <a:path w="111" h="54">
                    <a:moveTo>
                      <a:pt x="0" y="0"/>
                    </a:moveTo>
                    <a:lnTo>
                      <a:pt x="12" y="54"/>
                    </a:lnTo>
                    <a:lnTo>
                      <a:pt x="111" y="54"/>
                    </a:lnTo>
                    <a:lnTo>
                      <a:pt x="107" y="0"/>
                    </a:lnTo>
                    <a:lnTo>
                      <a:pt x="0" y="0"/>
                    </a:lnTo>
                    <a:close/>
                  </a:path>
                </a:pathLst>
              </a:custGeom>
              <a:solidFill>
                <a:schemeClr val="bg1"/>
              </a:solidFill>
              <a:ln w="9525">
                <a:noFill/>
              </a:ln>
            </p:spPr>
            <p:txBody>
              <a:bodyPr/>
              <a:p>
                <a:endParaRPr lang="en-US"/>
              </a:p>
            </p:txBody>
          </p:sp>
          <p:sp>
            <p:nvSpPr>
              <p:cNvPr id="27706" name="Freeform 60"/>
              <p:cNvSpPr/>
              <p:nvPr/>
            </p:nvSpPr>
            <p:spPr>
              <a:xfrm>
                <a:off x="2735802" y="2340121"/>
                <a:ext cx="80901" cy="39357"/>
              </a:xfrm>
              <a:custGeom>
                <a:avLst/>
                <a:gdLst/>
                <a:ahLst/>
                <a:cxnLst>
                  <a:cxn ang="0">
                    <a:pos x="80901" y="0"/>
                  </a:cxn>
                  <a:cxn ang="0">
                    <a:pos x="2915" y="0"/>
                  </a:cxn>
                  <a:cxn ang="0">
                    <a:pos x="0" y="39357"/>
                  </a:cxn>
                  <a:cxn ang="0">
                    <a:pos x="70697" y="39357"/>
                  </a:cxn>
                  <a:cxn ang="0">
                    <a:pos x="80901" y="0"/>
                  </a:cxn>
                </a:cxnLst>
                <a:pathLst>
                  <a:path w="111" h="54">
                    <a:moveTo>
                      <a:pt x="111" y="0"/>
                    </a:moveTo>
                    <a:lnTo>
                      <a:pt x="4" y="0"/>
                    </a:lnTo>
                    <a:lnTo>
                      <a:pt x="0" y="54"/>
                    </a:lnTo>
                    <a:lnTo>
                      <a:pt x="97" y="54"/>
                    </a:lnTo>
                    <a:lnTo>
                      <a:pt x="111" y="0"/>
                    </a:lnTo>
                    <a:close/>
                  </a:path>
                </a:pathLst>
              </a:custGeom>
              <a:solidFill>
                <a:schemeClr val="bg1"/>
              </a:solidFill>
              <a:ln w="9525">
                <a:noFill/>
              </a:ln>
            </p:spPr>
            <p:txBody>
              <a:bodyPr/>
              <a:p>
                <a:endParaRPr lang="en-US"/>
              </a:p>
            </p:txBody>
          </p:sp>
          <p:sp>
            <p:nvSpPr>
              <p:cNvPr id="27707" name="Freeform 61"/>
              <p:cNvSpPr/>
              <p:nvPr/>
            </p:nvSpPr>
            <p:spPr>
              <a:xfrm>
                <a:off x="2746006" y="2144793"/>
                <a:ext cx="198244" cy="105681"/>
              </a:xfrm>
              <a:custGeom>
                <a:avLst/>
                <a:gdLst/>
                <a:ahLst/>
                <a:cxnLst>
                  <a:cxn ang="0">
                    <a:pos x="134461" y="0"/>
                  </a:cxn>
                  <a:cxn ang="0">
                    <a:pos x="124118" y="3465"/>
                  </a:cxn>
                  <a:cxn ang="0">
                    <a:pos x="120670" y="6930"/>
                  </a:cxn>
                  <a:cxn ang="0">
                    <a:pos x="68954" y="58904"/>
                  </a:cxn>
                  <a:cxn ang="0">
                    <a:pos x="65507" y="64102"/>
                  </a:cxn>
                  <a:cxn ang="0">
                    <a:pos x="3448" y="64102"/>
                  </a:cxn>
                  <a:cxn ang="0">
                    <a:pos x="0" y="105681"/>
                  </a:cxn>
                  <a:cxn ang="0">
                    <a:pos x="94812" y="105681"/>
                  </a:cxn>
                  <a:cxn ang="0">
                    <a:pos x="101708" y="79694"/>
                  </a:cxn>
                  <a:cxn ang="0">
                    <a:pos x="141357" y="39847"/>
                  </a:cxn>
                  <a:cxn ang="0">
                    <a:pos x="174110" y="39847"/>
                  </a:cxn>
                  <a:cxn ang="0">
                    <a:pos x="174110" y="0"/>
                  </a:cxn>
                  <a:cxn ang="0">
                    <a:pos x="134461" y="0"/>
                  </a:cxn>
                </a:cxnLst>
                <a:pathLst>
                  <a:path w="115" h="61">
                    <a:moveTo>
                      <a:pt x="78" y="0"/>
                    </a:moveTo>
                    <a:cubicBezTo>
                      <a:pt x="76" y="0"/>
                      <a:pt x="74" y="1"/>
                      <a:pt x="72" y="2"/>
                    </a:cubicBezTo>
                    <a:cubicBezTo>
                      <a:pt x="71" y="3"/>
                      <a:pt x="71" y="3"/>
                      <a:pt x="70" y="4"/>
                    </a:cubicBezTo>
                    <a:cubicBezTo>
                      <a:pt x="60" y="14"/>
                      <a:pt x="50" y="24"/>
                      <a:pt x="40" y="34"/>
                    </a:cubicBezTo>
                    <a:cubicBezTo>
                      <a:pt x="39" y="35"/>
                      <a:pt x="39" y="36"/>
                      <a:pt x="38" y="37"/>
                    </a:cubicBezTo>
                    <a:cubicBezTo>
                      <a:pt x="2" y="37"/>
                      <a:pt x="2" y="37"/>
                      <a:pt x="2" y="37"/>
                    </a:cubicBezTo>
                    <a:cubicBezTo>
                      <a:pt x="0" y="61"/>
                      <a:pt x="0" y="61"/>
                      <a:pt x="0" y="61"/>
                    </a:cubicBezTo>
                    <a:cubicBezTo>
                      <a:pt x="55" y="61"/>
                      <a:pt x="55" y="61"/>
                      <a:pt x="55" y="61"/>
                    </a:cubicBezTo>
                    <a:cubicBezTo>
                      <a:pt x="59" y="46"/>
                      <a:pt x="59" y="46"/>
                      <a:pt x="59" y="46"/>
                    </a:cubicBezTo>
                    <a:cubicBezTo>
                      <a:pt x="67" y="38"/>
                      <a:pt x="75" y="30"/>
                      <a:pt x="82" y="23"/>
                    </a:cubicBezTo>
                    <a:cubicBezTo>
                      <a:pt x="101" y="23"/>
                      <a:pt x="101" y="23"/>
                      <a:pt x="101" y="23"/>
                    </a:cubicBezTo>
                    <a:cubicBezTo>
                      <a:pt x="115" y="23"/>
                      <a:pt x="115" y="0"/>
                      <a:pt x="101" y="0"/>
                    </a:cubicBezTo>
                    <a:lnTo>
                      <a:pt x="78" y="0"/>
                    </a:lnTo>
                    <a:close/>
                  </a:path>
                </a:pathLst>
              </a:custGeom>
              <a:solidFill>
                <a:schemeClr val="bg1"/>
              </a:solidFill>
              <a:ln w="9525">
                <a:noFill/>
              </a:ln>
            </p:spPr>
            <p:txBody>
              <a:bodyPr/>
              <a:p>
                <a:endParaRPr lang="en-US"/>
              </a:p>
            </p:txBody>
          </p:sp>
          <p:sp>
            <p:nvSpPr>
              <p:cNvPr id="27708" name="Freeform 62"/>
              <p:cNvSpPr/>
              <p:nvPr/>
            </p:nvSpPr>
            <p:spPr>
              <a:xfrm>
                <a:off x="2628663" y="2208930"/>
                <a:ext cx="108596" cy="41544"/>
              </a:xfrm>
              <a:custGeom>
                <a:avLst/>
                <a:gdLst/>
                <a:ahLst/>
                <a:cxnLst>
                  <a:cxn ang="0">
                    <a:pos x="3644" y="41544"/>
                  </a:cxn>
                  <a:cxn ang="0">
                    <a:pos x="104952" y="41544"/>
                  </a:cxn>
                  <a:cxn ang="0">
                    <a:pos x="108596" y="0"/>
                  </a:cxn>
                  <a:cxn ang="0">
                    <a:pos x="0" y="0"/>
                  </a:cxn>
                  <a:cxn ang="0">
                    <a:pos x="3644" y="41544"/>
                  </a:cxn>
                </a:cxnLst>
                <a:pathLst>
                  <a:path w="149" h="57">
                    <a:moveTo>
                      <a:pt x="5" y="57"/>
                    </a:moveTo>
                    <a:lnTo>
                      <a:pt x="144" y="57"/>
                    </a:lnTo>
                    <a:lnTo>
                      <a:pt x="149" y="0"/>
                    </a:lnTo>
                    <a:lnTo>
                      <a:pt x="0" y="0"/>
                    </a:lnTo>
                    <a:lnTo>
                      <a:pt x="5" y="57"/>
                    </a:lnTo>
                    <a:close/>
                  </a:path>
                </a:pathLst>
              </a:custGeom>
              <a:solidFill>
                <a:schemeClr val="bg1"/>
              </a:solidFill>
              <a:ln w="9525">
                <a:noFill/>
              </a:ln>
            </p:spPr>
            <p:txBody>
              <a:bodyPr/>
              <a:p>
                <a:endParaRPr lang="en-US"/>
              </a:p>
            </p:txBody>
          </p:sp>
          <p:sp>
            <p:nvSpPr>
              <p:cNvPr id="27709" name="Freeform 63"/>
              <p:cNvSpPr/>
              <p:nvPr/>
            </p:nvSpPr>
            <p:spPr>
              <a:xfrm>
                <a:off x="2528812" y="2262136"/>
                <a:ext cx="96207" cy="65595"/>
              </a:xfrm>
              <a:custGeom>
                <a:avLst/>
                <a:gdLst/>
                <a:ahLst/>
                <a:cxnLst>
                  <a:cxn ang="0">
                    <a:pos x="96207" y="65595"/>
                  </a:cxn>
                  <a:cxn ang="0">
                    <a:pos x="91105" y="0"/>
                  </a:cxn>
                  <a:cxn ang="0">
                    <a:pos x="0" y="0"/>
                  </a:cxn>
                  <a:cxn ang="0">
                    <a:pos x="17492" y="65595"/>
                  </a:cxn>
                  <a:cxn ang="0">
                    <a:pos x="96207" y="65595"/>
                  </a:cxn>
                </a:cxnLst>
                <a:pathLst>
                  <a:path w="132" h="90">
                    <a:moveTo>
                      <a:pt x="132" y="90"/>
                    </a:moveTo>
                    <a:lnTo>
                      <a:pt x="125" y="0"/>
                    </a:lnTo>
                    <a:lnTo>
                      <a:pt x="0" y="0"/>
                    </a:lnTo>
                    <a:lnTo>
                      <a:pt x="24" y="90"/>
                    </a:lnTo>
                    <a:lnTo>
                      <a:pt x="132" y="90"/>
                    </a:lnTo>
                    <a:close/>
                  </a:path>
                </a:pathLst>
              </a:custGeom>
              <a:solidFill>
                <a:schemeClr val="bg1"/>
              </a:solidFill>
              <a:ln w="9525">
                <a:noFill/>
              </a:ln>
            </p:spPr>
            <p:txBody>
              <a:bodyPr/>
              <a:p>
                <a:endParaRPr lang="en-US"/>
              </a:p>
            </p:txBody>
          </p:sp>
          <p:sp>
            <p:nvSpPr>
              <p:cNvPr id="27710" name="Freeform 64"/>
              <p:cNvSpPr/>
              <p:nvPr/>
            </p:nvSpPr>
            <p:spPr>
              <a:xfrm>
                <a:off x="2514964" y="2208930"/>
                <a:ext cx="103495" cy="41544"/>
              </a:xfrm>
              <a:custGeom>
                <a:avLst/>
                <a:gdLst/>
                <a:ahLst/>
                <a:cxnLst>
                  <a:cxn ang="0">
                    <a:pos x="0" y="0"/>
                  </a:cxn>
                  <a:cxn ang="0">
                    <a:pos x="10204" y="41544"/>
                  </a:cxn>
                  <a:cxn ang="0">
                    <a:pos x="103495" y="41544"/>
                  </a:cxn>
                  <a:cxn ang="0">
                    <a:pos x="99851" y="0"/>
                  </a:cxn>
                  <a:cxn ang="0">
                    <a:pos x="0" y="0"/>
                  </a:cxn>
                </a:cxnLst>
                <a:pathLst>
                  <a:path w="142" h="57">
                    <a:moveTo>
                      <a:pt x="0" y="0"/>
                    </a:moveTo>
                    <a:lnTo>
                      <a:pt x="14" y="57"/>
                    </a:lnTo>
                    <a:lnTo>
                      <a:pt x="142" y="57"/>
                    </a:lnTo>
                    <a:lnTo>
                      <a:pt x="137" y="0"/>
                    </a:lnTo>
                    <a:lnTo>
                      <a:pt x="0" y="0"/>
                    </a:lnTo>
                    <a:close/>
                  </a:path>
                </a:pathLst>
              </a:custGeom>
              <a:solidFill>
                <a:schemeClr val="bg1"/>
              </a:solidFill>
              <a:ln w="9525">
                <a:noFill/>
              </a:ln>
            </p:spPr>
            <p:txBody>
              <a:bodyPr/>
              <a:p>
                <a:endParaRPr lang="en-US"/>
              </a:p>
            </p:txBody>
          </p:sp>
          <p:sp>
            <p:nvSpPr>
              <p:cNvPr id="27711" name="Freeform 65"/>
              <p:cNvSpPr/>
              <p:nvPr/>
            </p:nvSpPr>
            <p:spPr>
              <a:xfrm>
                <a:off x="2632307" y="2262136"/>
                <a:ext cx="101308" cy="65595"/>
              </a:xfrm>
              <a:custGeom>
                <a:avLst/>
                <a:gdLst/>
                <a:ahLst/>
                <a:cxnLst>
                  <a:cxn ang="0">
                    <a:pos x="101308" y="0"/>
                  </a:cxn>
                  <a:cxn ang="0">
                    <a:pos x="0" y="0"/>
                  </a:cxn>
                  <a:cxn ang="0">
                    <a:pos x="5102" y="65595"/>
                  </a:cxn>
                  <a:cxn ang="0">
                    <a:pos x="96206" y="65595"/>
                  </a:cxn>
                  <a:cxn ang="0">
                    <a:pos x="101308" y="0"/>
                  </a:cxn>
                </a:cxnLst>
                <a:pathLst>
                  <a:path w="139" h="90">
                    <a:moveTo>
                      <a:pt x="139" y="0"/>
                    </a:moveTo>
                    <a:lnTo>
                      <a:pt x="0" y="0"/>
                    </a:lnTo>
                    <a:lnTo>
                      <a:pt x="7" y="90"/>
                    </a:lnTo>
                    <a:lnTo>
                      <a:pt x="132" y="90"/>
                    </a:lnTo>
                    <a:lnTo>
                      <a:pt x="139" y="0"/>
                    </a:lnTo>
                    <a:close/>
                  </a:path>
                </a:pathLst>
              </a:custGeom>
              <a:solidFill>
                <a:schemeClr val="bg1"/>
              </a:solidFill>
              <a:ln w="9525">
                <a:noFill/>
              </a:ln>
            </p:spPr>
            <p:txBody>
              <a:bodyPr/>
              <a:p>
                <a:endParaRPr lang="en-US"/>
              </a:p>
            </p:txBody>
          </p:sp>
          <p:sp>
            <p:nvSpPr>
              <p:cNvPr id="27712" name="Oval 66"/>
              <p:cNvSpPr/>
              <p:nvPr/>
            </p:nvSpPr>
            <p:spPr>
              <a:xfrm>
                <a:off x="2563067" y="2389682"/>
                <a:ext cx="65595" cy="65595"/>
              </a:xfrm>
              <a:prstGeom prst="ellipse">
                <a:avLst/>
              </a:prstGeom>
              <a:solidFill>
                <a:schemeClr val="bg1"/>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13" name="Oval 67"/>
              <p:cNvSpPr/>
              <p:nvPr/>
            </p:nvSpPr>
            <p:spPr>
              <a:xfrm>
                <a:off x="2737260" y="2389682"/>
                <a:ext cx="65595" cy="65595"/>
              </a:xfrm>
              <a:prstGeom prst="ellipse">
                <a:avLst/>
              </a:prstGeom>
              <a:solidFill>
                <a:schemeClr val="bg1"/>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grpSp>
        <p:sp>
          <p:nvSpPr>
            <p:cNvPr id="27714" name="Oval 68"/>
            <p:cNvSpPr/>
            <p:nvPr/>
          </p:nvSpPr>
          <p:spPr>
            <a:xfrm>
              <a:off x="4171613" y="4300121"/>
              <a:ext cx="608580" cy="607122"/>
            </a:xfrm>
            <a:prstGeom prst="ellipse">
              <a:avLst/>
            </a:prstGeom>
            <a:solidFill>
              <a:srgbClr val="FE4B24"/>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15" name="Freeform 69"/>
            <p:cNvSpPr>
              <a:spLocks noEditPoints="1"/>
            </p:cNvSpPr>
            <p:nvPr/>
          </p:nvSpPr>
          <p:spPr>
            <a:xfrm>
              <a:off x="4311549" y="4419650"/>
              <a:ext cx="327248" cy="372436"/>
            </a:xfrm>
            <a:custGeom>
              <a:avLst/>
              <a:gdLst/>
              <a:ahLst/>
              <a:cxnLst>
                <a:cxn ang="0">
                  <a:pos x="13779" y="313812"/>
                </a:cxn>
                <a:cxn ang="0">
                  <a:pos x="1722" y="360366"/>
                </a:cxn>
                <a:cxn ang="0">
                  <a:pos x="20668" y="360366"/>
                </a:cxn>
                <a:cxn ang="0">
                  <a:pos x="29280" y="327606"/>
                </a:cxn>
                <a:cxn ang="0">
                  <a:pos x="44781" y="324157"/>
                </a:cxn>
                <a:cxn ang="0">
                  <a:pos x="44781" y="363815"/>
                </a:cxn>
                <a:cxn ang="0">
                  <a:pos x="327248" y="363815"/>
                </a:cxn>
                <a:cxn ang="0">
                  <a:pos x="327248" y="0"/>
                </a:cxn>
                <a:cxn ang="0">
                  <a:pos x="44781" y="0"/>
                </a:cxn>
                <a:cxn ang="0">
                  <a:pos x="44781" y="0"/>
                </a:cxn>
                <a:cxn ang="0">
                  <a:pos x="13779" y="10345"/>
                </a:cxn>
                <a:cxn ang="0">
                  <a:pos x="1722" y="56900"/>
                </a:cxn>
                <a:cxn ang="0">
                  <a:pos x="20668" y="56900"/>
                </a:cxn>
                <a:cxn ang="0">
                  <a:pos x="29280" y="24139"/>
                </a:cxn>
                <a:cxn ang="0">
                  <a:pos x="44781" y="18967"/>
                </a:cxn>
                <a:cxn ang="0">
                  <a:pos x="44781" y="75867"/>
                </a:cxn>
                <a:cxn ang="0">
                  <a:pos x="13779" y="86212"/>
                </a:cxn>
                <a:cxn ang="0">
                  <a:pos x="1722" y="132767"/>
                </a:cxn>
                <a:cxn ang="0">
                  <a:pos x="20668" y="132767"/>
                </a:cxn>
                <a:cxn ang="0">
                  <a:pos x="29280" y="100006"/>
                </a:cxn>
                <a:cxn ang="0">
                  <a:pos x="44781" y="94833"/>
                </a:cxn>
                <a:cxn ang="0">
                  <a:pos x="44781" y="151733"/>
                </a:cxn>
                <a:cxn ang="0">
                  <a:pos x="13779" y="162079"/>
                </a:cxn>
                <a:cxn ang="0">
                  <a:pos x="1722" y="208633"/>
                </a:cxn>
                <a:cxn ang="0">
                  <a:pos x="20668" y="208633"/>
                </a:cxn>
                <a:cxn ang="0">
                  <a:pos x="29280" y="175873"/>
                </a:cxn>
                <a:cxn ang="0">
                  <a:pos x="44781" y="170700"/>
                </a:cxn>
                <a:cxn ang="0">
                  <a:pos x="44781" y="227600"/>
                </a:cxn>
                <a:cxn ang="0">
                  <a:pos x="13779" y="237945"/>
                </a:cxn>
                <a:cxn ang="0">
                  <a:pos x="1722" y="284500"/>
                </a:cxn>
                <a:cxn ang="0">
                  <a:pos x="20668" y="284500"/>
                </a:cxn>
                <a:cxn ang="0">
                  <a:pos x="29280" y="251739"/>
                </a:cxn>
                <a:cxn ang="0">
                  <a:pos x="44781" y="246566"/>
                </a:cxn>
                <a:cxn ang="0">
                  <a:pos x="44781" y="303466"/>
                </a:cxn>
                <a:cxn ang="0">
                  <a:pos x="13779" y="313812"/>
                </a:cxn>
                <a:cxn ang="0">
                  <a:pos x="110231" y="37933"/>
                </a:cxn>
                <a:cxn ang="0">
                  <a:pos x="263521" y="37933"/>
                </a:cxn>
                <a:cxn ang="0">
                  <a:pos x="263521" y="118973"/>
                </a:cxn>
                <a:cxn ang="0">
                  <a:pos x="110231" y="118973"/>
                </a:cxn>
                <a:cxn ang="0">
                  <a:pos x="110231" y="37933"/>
                </a:cxn>
              </a:cxnLst>
              <a:pathLst>
                <a:path w="190" h="216">
                  <a:moveTo>
                    <a:pt x="8" y="182"/>
                  </a:moveTo>
                  <a:cubicBezTo>
                    <a:pt x="1" y="189"/>
                    <a:pt x="0" y="199"/>
                    <a:pt x="1" y="209"/>
                  </a:cubicBezTo>
                  <a:cubicBezTo>
                    <a:pt x="1" y="216"/>
                    <a:pt x="13" y="216"/>
                    <a:pt x="12" y="209"/>
                  </a:cubicBezTo>
                  <a:cubicBezTo>
                    <a:pt x="12" y="203"/>
                    <a:pt x="11" y="194"/>
                    <a:pt x="17" y="190"/>
                  </a:cubicBezTo>
                  <a:cubicBezTo>
                    <a:pt x="20" y="188"/>
                    <a:pt x="23" y="188"/>
                    <a:pt x="26" y="188"/>
                  </a:cubicBezTo>
                  <a:cubicBezTo>
                    <a:pt x="26" y="211"/>
                    <a:pt x="26" y="211"/>
                    <a:pt x="26" y="211"/>
                  </a:cubicBezTo>
                  <a:cubicBezTo>
                    <a:pt x="190" y="211"/>
                    <a:pt x="190" y="211"/>
                    <a:pt x="190" y="211"/>
                  </a:cubicBezTo>
                  <a:cubicBezTo>
                    <a:pt x="190" y="0"/>
                    <a:pt x="190" y="0"/>
                    <a:pt x="190" y="0"/>
                  </a:cubicBezTo>
                  <a:cubicBezTo>
                    <a:pt x="26" y="0"/>
                    <a:pt x="26" y="0"/>
                    <a:pt x="26" y="0"/>
                  </a:cubicBezTo>
                  <a:cubicBezTo>
                    <a:pt x="26" y="0"/>
                    <a:pt x="26" y="0"/>
                    <a:pt x="26" y="0"/>
                  </a:cubicBezTo>
                  <a:cubicBezTo>
                    <a:pt x="20" y="0"/>
                    <a:pt x="13" y="1"/>
                    <a:pt x="8" y="6"/>
                  </a:cubicBezTo>
                  <a:cubicBezTo>
                    <a:pt x="1" y="13"/>
                    <a:pt x="0" y="23"/>
                    <a:pt x="1" y="33"/>
                  </a:cubicBezTo>
                  <a:cubicBezTo>
                    <a:pt x="1" y="40"/>
                    <a:pt x="13" y="40"/>
                    <a:pt x="12" y="33"/>
                  </a:cubicBezTo>
                  <a:cubicBezTo>
                    <a:pt x="12" y="26"/>
                    <a:pt x="11" y="18"/>
                    <a:pt x="17" y="14"/>
                  </a:cubicBezTo>
                  <a:cubicBezTo>
                    <a:pt x="20" y="12"/>
                    <a:pt x="23" y="11"/>
                    <a:pt x="26" y="11"/>
                  </a:cubicBezTo>
                  <a:cubicBezTo>
                    <a:pt x="26" y="44"/>
                    <a:pt x="26" y="44"/>
                    <a:pt x="26" y="44"/>
                  </a:cubicBezTo>
                  <a:cubicBezTo>
                    <a:pt x="20" y="44"/>
                    <a:pt x="13" y="45"/>
                    <a:pt x="8" y="50"/>
                  </a:cubicBezTo>
                  <a:cubicBezTo>
                    <a:pt x="1" y="57"/>
                    <a:pt x="0" y="67"/>
                    <a:pt x="1" y="77"/>
                  </a:cubicBezTo>
                  <a:cubicBezTo>
                    <a:pt x="1" y="84"/>
                    <a:pt x="13" y="84"/>
                    <a:pt x="12" y="77"/>
                  </a:cubicBezTo>
                  <a:cubicBezTo>
                    <a:pt x="12" y="70"/>
                    <a:pt x="11" y="62"/>
                    <a:pt x="17" y="58"/>
                  </a:cubicBezTo>
                  <a:cubicBezTo>
                    <a:pt x="20" y="56"/>
                    <a:pt x="23" y="55"/>
                    <a:pt x="26" y="55"/>
                  </a:cubicBezTo>
                  <a:cubicBezTo>
                    <a:pt x="26" y="88"/>
                    <a:pt x="26" y="88"/>
                    <a:pt x="26" y="88"/>
                  </a:cubicBezTo>
                  <a:cubicBezTo>
                    <a:pt x="20" y="88"/>
                    <a:pt x="13" y="89"/>
                    <a:pt x="8" y="94"/>
                  </a:cubicBezTo>
                  <a:cubicBezTo>
                    <a:pt x="1" y="101"/>
                    <a:pt x="0" y="111"/>
                    <a:pt x="1" y="121"/>
                  </a:cubicBezTo>
                  <a:cubicBezTo>
                    <a:pt x="1" y="128"/>
                    <a:pt x="13" y="128"/>
                    <a:pt x="12" y="121"/>
                  </a:cubicBezTo>
                  <a:cubicBezTo>
                    <a:pt x="12" y="114"/>
                    <a:pt x="11" y="106"/>
                    <a:pt x="17" y="102"/>
                  </a:cubicBezTo>
                  <a:cubicBezTo>
                    <a:pt x="20" y="100"/>
                    <a:pt x="23" y="99"/>
                    <a:pt x="26" y="99"/>
                  </a:cubicBezTo>
                  <a:cubicBezTo>
                    <a:pt x="26" y="132"/>
                    <a:pt x="26" y="132"/>
                    <a:pt x="26" y="132"/>
                  </a:cubicBezTo>
                  <a:cubicBezTo>
                    <a:pt x="20" y="132"/>
                    <a:pt x="13" y="133"/>
                    <a:pt x="8" y="138"/>
                  </a:cubicBezTo>
                  <a:cubicBezTo>
                    <a:pt x="1" y="145"/>
                    <a:pt x="0" y="155"/>
                    <a:pt x="1" y="165"/>
                  </a:cubicBezTo>
                  <a:cubicBezTo>
                    <a:pt x="1" y="172"/>
                    <a:pt x="13" y="172"/>
                    <a:pt x="12" y="165"/>
                  </a:cubicBezTo>
                  <a:cubicBezTo>
                    <a:pt x="12" y="159"/>
                    <a:pt x="11" y="150"/>
                    <a:pt x="17" y="146"/>
                  </a:cubicBezTo>
                  <a:cubicBezTo>
                    <a:pt x="20" y="144"/>
                    <a:pt x="23" y="144"/>
                    <a:pt x="26" y="143"/>
                  </a:cubicBezTo>
                  <a:cubicBezTo>
                    <a:pt x="26" y="176"/>
                    <a:pt x="26" y="176"/>
                    <a:pt x="26" y="176"/>
                  </a:cubicBezTo>
                  <a:cubicBezTo>
                    <a:pt x="20" y="176"/>
                    <a:pt x="13" y="177"/>
                    <a:pt x="8" y="182"/>
                  </a:cubicBezTo>
                  <a:moveTo>
                    <a:pt x="64" y="22"/>
                  </a:moveTo>
                  <a:cubicBezTo>
                    <a:pt x="153" y="22"/>
                    <a:pt x="153" y="22"/>
                    <a:pt x="153" y="22"/>
                  </a:cubicBezTo>
                  <a:cubicBezTo>
                    <a:pt x="153" y="69"/>
                    <a:pt x="153" y="69"/>
                    <a:pt x="153" y="69"/>
                  </a:cubicBezTo>
                  <a:cubicBezTo>
                    <a:pt x="64" y="69"/>
                    <a:pt x="64" y="69"/>
                    <a:pt x="64" y="69"/>
                  </a:cubicBezTo>
                  <a:lnTo>
                    <a:pt x="64" y="22"/>
                  </a:lnTo>
                  <a:close/>
                </a:path>
              </a:pathLst>
            </a:custGeom>
            <a:solidFill>
              <a:schemeClr val="bg1"/>
            </a:solidFill>
            <a:ln w="9525">
              <a:noFill/>
            </a:ln>
          </p:spPr>
          <p:txBody>
            <a:bodyPr/>
            <a:p>
              <a:endParaRPr lang="en-US"/>
            </a:p>
          </p:txBody>
        </p:sp>
        <p:sp>
          <p:nvSpPr>
            <p:cNvPr id="27716" name="Oval 70"/>
            <p:cNvSpPr/>
            <p:nvPr/>
          </p:nvSpPr>
          <p:spPr>
            <a:xfrm>
              <a:off x="3589271" y="2951042"/>
              <a:ext cx="494152" cy="492695"/>
            </a:xfrm>
            <a:prstGeom prst="ellipse">
              <a:avLst/>
            </a:prstGeom>
            <a:solidFill>
              <a:srgbClr val="FE4B24"/>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17" name="Freeform 71"/>
            <p:cNvSpPr>
              <a:spLocks noEditPoints="1"/>
            </p:cNvSpPr>
            <p:nvPr/>
          </p:nvSpPr>
          <p:spPr>
            <a:xfrm>
              <a:off x="3667986" y="3040690"/>
              <a:ext cx="324333" cy="323604"/>
            </a:xfrm>
            <a:custGeom>
              <a:avLst/>
              <a:gdLst/>
              <a:ahLst/>
              <a:cxnLst>
                <a:cxn ang="0">
                  <a:pos x="227723" y="166966"/>
                </a:cxn>
                <a:cxn ang="0">
                  <a:pos x="241525" y="99835"/>
                </a:cxn>
                <a:cxn ang="0">
                  <a:pos x="243250" y="87786"/>
                </a:cxn>
                <a:cxn ang="0">
                  <a:pos x="231174" y="87786"/>
                </a:cxn>
                <a:cxn ang="0">
                  <a:pos x="213922" y="87786"/>
                </a:cxn>
                <a:cxn ang="0">
                  <a:pos x="110411" y="117048"/>
                </a:cxn>
                <a:cxn ang="0">
                  <a:pos x="77633" y="194507"/>
                </a:cxn>
                <a:cxn ang="0">
                  <a:pos x="136289" y="242703"/>
                </a:cxn>
                <a:cxn ang="0">
                  <a:pos x="186319" y="227211"/>
                </a:cxn>
                <a:cxn ang="0">
                  <a:pos x="231174" y="242703"/>
                </a:cxn>
                <a:cxn ang="0">
                  <a:pos x="303631" y="203113"/>
                </a:cxn>
                <a:cxn ang="0">
                  <a:pos x="324333" y="132540"/>
                </a:cxn>
                <a:cxn ang="0">
                  <a:pos x="272578" y="30983"/>
                </a:cxn>
                <a:cxn ang="0">
                  <a:pos x="175968" y="0"/>
                </a:cxn>
                <a:cxn ang="0">
                  <a:pos x="43129" y="61967"/>
                </a:cxn>
                <a:cxn ang="0">
                  <a:pos x="0" y="185900"/>
                </a:cxn>
                <a:cxn ang="0">
                  <a:pos x="48305" y="290899"/>
                </a:cxn>
                <a:cxn ang="0">
                  <a:pos x="150090" y="323604"/>
                </a:cxn>
                <a:cxn ang="0">
                  <a:pos x="289829" y="287457"/>
                </a:cxn>
                <a:cxn ang="0">
                  <a:pos x="296730" y="284014"/>
                </a:cxn>
                <a:cxn ang="0">
                  <a:pos x="293280" y="275408"/>
                </a:cxn>
                <a:cxn ang="0">
                  <a:pos x="281204" y="247867"/>
                </a:cxn>
                <a:cxn ang="0">
                  <a:pos x="276028" y="237539"/>
                </a:cxn>
                <a:cxn ang="0">
                  <a:pos x="267402" y="242703"/>
                </a:cxn>
                <a:cxn ang="0">
                  <a:pos x="153541" y="275408"/>
                </a:cxn>
                <a:cxn ang="0">
                  <a:pos x="82808" y="253031"/>
                </a:cxn>
                <a:cxn ang="0">
                  <a:pos x="56931" y="187621"/>
                </a:cxn>
                <a:cxn ang="0">
                  <a:pos x="172518" y="46475"/>
                </a:cxn>
                <a:cxn ang="0">
                  <a:pos x="241525" y="70573"/>
                </a:cxn>
                <a:cxn ang="0">
                  <a:pos x="267402" y="135983"/>
                </a:cxn>
                <a:cxn ang="0">
                  <a:pos x="258776" y="175572"/>
                </a:cxn>
                <a:cxn ang="0">
                  <a:pos x="232899" y="196228"/>
                </a:cxn>
                <a:cxn ang="0">
                  <a:pos x="224273" y="187621"/>
                </a:cxn>
                <a:cxn ang="0">
                  <a:pos x="225998" y="170408"/>
                </a:cxn>
                <a:cxn ang="0">
                  <a:pos x="227723" y="166966"/>
                </a:cxn>
                <a:cxn ang="0">
                  <a:pos x="177693" y="135983"/>
                </a:cxn>
                <a:cxn ang="0">
                  <a:pos x="139739" y="196228"/>
                </a:cxn>
                <a:cxn ang="0">
                  <a:pos x="134564" y="191064"/>
                </a:cxn>
                <a:cxn ang="0">
                  <a:pos x="156991" y="144589"/>
                </a:cxn>
                <a:cxn ang="0">
                  <a:pos x="177693" y="135983"/>
                </a:cxn>
              </a:cxnLst>
              <a:pathLst>
                <a:path w="188" h="188">
                  <a:moveTo>
                    <a:pt x="132" y="97"/>
                  </a:moveTo>
                  <a:cubicBezTo>
                    <a:pt x="140" y="58"/>
                    <a:pt x="140" y="58"/>
                    <a:pt x="140" y="58"/>
                  </a:cubicBezTo>
                  <a:cubicBezTo>
                    <a:pt x="141" y="51"/>
                    <a:pt x="141" y="51"/>
                    <a:pt x="141" y="51"/>
                  </a:cubicBezTo>
                  <a:cubicBezTo>
                    <a:pt x="134" y="51"/>
                    <a:pt x="134" y="51"/>
                    <a:pt x="134" y="51"/>
                  </a:cubicBezTo>
                  <a:cubicBezTo>
                    <a:pt x="131" y="51"/>
                    <a:pt x="127" y="51"/>
                    <a:pt x="124" y="51"/>
                  </a:cubicBezTo>
                  <a:cubicBezTo>
                    <a:pt x="88" y="51"/>
                    <a:pt x="73" y="58"/>
                    <a:pt x="64" y="68"/>
                  </a:cubicBezTo>
                  <a:cubicBezTo>
                    <a:pt x="53" y="79"/>
                    <a:pt x="45" y="98"/>
                    <a:pt x="45" y="113"/>
                  </a:cubicBezTo>
                  <a:cubicBezTo>
                    <a:pt x="45" y="129"/>
                    <a:pt x="59" y="141"/>
                    <a:pt x="79" y="141"/>
                  </a:cubicBezTo>
                  <a:cubicBezTo>
                    <a:pt x="92" y="141"/>
                    <a:pt x="100" y="138"/>
                    <a:pt x="108" y="132"/>
                  </a:cubicBezTo>
                  <a:cubicBezTo>
                    <a:pt x="115" y="138"/>
                    <a:pt x="121" y="141"/>
                    <a:pt x="134" y="141"/>
                  </a:cubicBezTo>
                  <a:cubicBezTo>
                    <a:pt x="152" y="141"/>
                    <a:pt x="166" y="133"/>
                    <a:pt x="176" y="118"/>
                  </a:cubicBezTo>
                  <a:cubicBezTo>
                    <a:pt x="184" y="107"/>
                    <a:pt x="188" y="92"/>
                    <a:pt x="188" y="77"/>
                  </a:cubicBezTo>
                  <a:cubicBezTo>
                    <a:pt x="188" y="46"/>
                    <a:pt x="172" y="28"/>
                    <a:pt x="158" y="18"/>
                  </a:cubicBezTo>
                  <a:cubicBezTo>
                    <a:pt x="142" y="7"/>
                    <a:pt x="121" y="0"/>
                    <a:pt x="102" y="0"/>
                  </a:cubicBezTo>
                  <a:cubicBezTo>
                    <a:pt x="62" y="0"/>
                    <a:pt x="38" y="20"/>
                    <a:pt x="25" y="36"/>
                  </a:cubicBezTo>
                  <a:cubicBezTo>
                    <a:pt x="9" y="56"/>
                    <a:pt x="0" y="82"/>
                    <a:pt x="0" y="108"/>
                  </a:cubicBezTo>
                  <a:cubicBezTo>
                    <a:pt x="0" y="134"/>
                    <a:pt x="10" y="155"/>
                    <a:pt x="28" y="169"/>
                  </a:cubicBezTo>
                  <a:cubicBezTo>
                    <a:pt x="44" y="181"/>
                    <a:pt x="65" y="188"/>
                    <a:pt x="87" y="188"/>
                  </a:cubicBezTo>
                  <a:cubicBezTo>
                    <a:pt x="115" y="188"/>
                    <a:pt x="143" y="180"/>
                    <a:pt x="168" y="167"/>
                  </a:cubicBezTo>
                  <a:cubicBezTo>
                    <a:pt x="172" y="165"/>
                    <a:pt x="172" y="165"/>
                    <a:pt x="172" y="165"/>
                  </a:cubicBezTo>
                  <a:cubicBezTo>
                    <a:pt x="170" y="160"/>
                    <a:pt x="170" y="160"/>
                    <a:pt x="170" y="160"/>
                  </a:cubicBezTo>
                  <a:cubicBezTo>
                    <a:pt x="163" y="144"/>
                    <a:pt x="163" y="144"/>
                    <a:pt x="163" y="144"/>
                  </a:cubicBezTo>
                  <a:cubicBezTo>
                    <a:pt x="160" y="138"/>
                    <a:pt x="160" y="138"/>
                    <a:pt x="160" y="138"/>
                  </a:cubicBezTo>
                  <a:cubicBezTo>
                    <a:pt x="155" y="141"/>
                    <a:pt x="155" y="141"/>
                    <a:pt x="155" y="141"/>
                  </a:cubicBezTo>
                  <a:cubicBezTo>
                    <a:pt x="136" y="151"/>
                    <a:pt x="115" y="160"/>
                    <a:pt x="89" y="160"/>
                  </a:cubicBezTo>
                  <a:cubicBezTo>
                    <a:pt x="72" y="160"/>
                    <a:pt x="58" y="156"/>
                    <a:pt x="48" y="147"/>
                  </a:cubicBezTo>
                  <a:cubicBezTo>
                    <a:pt x="38" y="137"/>
                    <a:pt x="33" y="124"/>
                    <a:pt x="33" y="109"/>
                  </a:cubicBezTo>
                  <a:cubicBezTo>
                    <a:pt x="33" y="55"/>
                    <a:pt x="66" y="27"/>
                    <a:pt x="100" y="27"/>
                  </a:cubicBezTo>
                  <a:cubicBezTo>
                    <a:pt x="116" y="27"/>
                    <a:pt x="130" y="32"/>
                    <a:pt x="140" y="41"/>
                  </a:cubicBezTo>
                  <a:cubicBezTo>
                    <a:pt x="150" y="51"/>
                    <a:pt x="155" y="63"/>
                    <a:pt x="155" y="79"/>
                  </a:cubicBezTo>
                  <a:cubicBezTo>
                    <a:pt x="155" y="84"/>
                    <a:pt x="154" y="94"/>
                    <a:pt x="150" y="102"/>
                  </a:cubicBezTo>
                  <a:cubicBezTo>
                    <a:pt x="146" y="110"/>
                    <a:pt x="141" y="114"/>
                    <a:pt x="135" y="114"/>
                  </a:cubicBezTo>
                  <a:cubicBezTo>
                    <a:pt x="131" y="114"/>
                    <a:pt x="130" y="113"/>
                    <a:pt x="130" y="109"/>
                  </a:cubicBezTo>
                  <a:cubicBezTo>
                    <a:pt x="130" y="107"/>
                    <a:pt x="131" y="102"/>
                    <a:pt x="131" y="99"/>
                  </a:cubicBezTo>
                  <a:cubicBezTo>
                    <a:pt x="131" y="98"/>
                    <a:pt x="132" y="97"/>
                    <a:pt x="132" y="97"/>
                  </a:cubicBezTo>
                  <a:moveTo>
                    <a:pt x="103" y="79"/>
                  </a:moveTo>
                  <a:cubicBezTo>
                    <a:pt x="96" y="108"/>
                    <a:pt x="87" y="114"/>
                    <a:pt x="81" y="114"/>
                  </a:cubicBezTo>
                  <a:cubicBezTo>
                    <a:pt x="80" y="114"/>
                    <a:pt x="78" y="114"/>
                    <a:pt x="78" y="111"/>
                  </a:cubicBezTo>
                  <a:cubicBezTo>
                    <a:pt x="78" y="103"/>
                    <a:pt x="84" y="91"/>
                    <a:pt x="91" y="84"/>
                  </a:cubicBezTo>
                  <a:cubicBezTo>
                    <a:pt x="93" y="81"/>
                    <a:pt x="98" y="80"/>
                    <a:pt x="103" y="79"/>
                  </a:cubicBezTo>
                </a:path>
              </a:pathLst>
            </a:custGeom>
            <a:solidFill>
              <a:schemeClr val="bg1"/>
            </a:solidFill>
            <a:ln w="9525">
              <a:noFill/>
            </a:ln>
          </p:spPr>
          <p:txBody>
            <a:bodyPr/>
            <a:p>
              <a:endParaRPr lang="en-US"/>
            </a:p>
          </p:txBody>
        </p:sp>
        <p:sp>
          <p:nvSpPr>
            <p:cNvPr id="27718" name="Oval 72"/>
            <p:cNvSpPr/>
            <p:nvPr/>
          </p:nvSpPr>
          <p:spPr>
            <a:xfrm>
              <a:off x="2872095" y="2606302"/>
              <a:ext cx="499983" cy="499254"/>
            </a:xfrm>
            <a:prstGeom prst="ellipse">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19" name="Freeform 73"/>
            <p:cNvSpPr/>
            <p:nvPr/>
          </p:nvSpPr>
          <p:spPr>
            <a:xfrm>
              <a:off x="2950810" y="2697406"/>
              <a:ext cx="219380" cy="317044"/>
            </a:xfrm>
            <a:custGeom>
              <a:avLst/>
              <a:gdLst/>
              <a:ahLst/>
              <a:cxnLst>
                <a:cxn ang="0">
                  <a:pos x="0" y="223753"/>
                </a:cxn>
                <a:cxn ang="0">
                  <a:pos x="59036" y="223753"/>
                </a:cxn>
                <a:cxn ang="0">
                  <a:pos x="59036" y="249991"/>
                </a:cxn>
                <a:cxn ang="0">
                  <a:pos x="219380" y="317044"/>
                </a:cxn>
                <a:cxn ang="0">
                  <a:pos x="219380" y="158158"/>
                </a:cxn>
                <a:cxn ang="0">
                  <a:pos x="219380" y="0"/>
                </a:cxn>
                <a:cxn ang="0">
                  <a:pos x="59036" y="67053"/>
                </a:cxn>
                <a:cxn ang="0">
                  <a:pos x="59036" y="93291"/>
                </a:cxn>
                <a:cxn ang="0">
                  <a:pos x="0" y="93291"/>
                </a:cxn>
                <a:cxn ang="0">
                  <a:pos x="0" y="223753"/>
                </a:cxn>
              </a:cxnLst>
              <a:pathLst>
                <a:path w="301" h="435">
                  <a:moveTo>
                    <a:pt x="0" y="307"/>
                  </a:moveTo>
                  <a:lnTo>
                    <a:pt x="81" y="307"/>
                  </a:lnTo>
                  <a:lnTo>
                    <a:pt x="81" y="343"/>
                  </a:lnTo>
                  <a:lnTo>
                    <a:pt x="301" y="435"/>
                  </a:lnTo>
                  <a:lnTo>
                    <a:pt x="301" y="217"/>
                  </a:lnTo>
                  <a:lnTo>
                    <a:pt x="301" y="0"/>
                  </a:lnTo>
                  <a:lnTo>
                    <a:pt x="81" y="92"/>
                  </a:lnTo>
                  <a:lnTo>
                    <a:pt x="81" y="128"/>
                  </a:lnTo>
                  <a:lnTo>
                    <a:pt x="0" y="128"/>
                  </a:lnTo>
                  <a:lnTo>
                    <a:pt x="0" y="307"/>
                  </a:lnTo>
                  <a:close/>
                </a:path>
              </a:pathLst>
            </a:custGeom>
            <a:solidFill>
              <a:schemeClr val="bg1"/>
            </a:solidFill>
            <a:ln w="9525">
              <a:noFill/>
            </a:ln>
          </p:spPr>
          <p:txBody>
            <a:bodyPr/>
            <a:p>
              <a:endParaRPr lang="en-US"/>
            </a:p>
          </p:txBody>
        </p:sp>
        <p:sp>
          <p:nvSpPr>
            <p:cNvPr id="27720" name="Freeform 74"/>
            <p:cNvSpPr/>
            <p:nvPr/>
          </p:nvSpPr>
          <p:spPr>
            <a:xfrm>
              <a:off x="3185495" y="2752798"/>
              <a:ext cx="50290" cy="206261"/>
            </a:xfrm>
            <a:custGeom>
              <a:avLst/>
              <a:gdLst/>
              <a:ahLst/>
              <a:cxnLst>
                <a:cxn ang="0">
                  <a:pos x="0" y="13751"/>
                </a:cxn>
                <a:cxn ang="0">
                  <a:pos x="20810" y="103131"/>
                </a:cxn>
                <a:cxn ang="0">
                  <a:pos x="0" y="192510"/>
                </a:cxn>
                <a:cxn ang="0">
                  <a:pos x="26012" y="206261"/>
                </a:cxn>
                <a:cxn ang="0">
                  <a:pos x="50290" y="103131"/>
                </a:cxn>
                <a:cxn ang="0">
                  <a:pos x="26012" y="0"/>
                </a:cxn>
                <a:cxn ang="0">
                  <a:pos x="0" y="13751"/>
                </a:cxn>
              </a:cxnLst>
              <a:pathLst>
                <a:path w="29" h="120">
                  <a:moveTo>
                    <a:pt x="0" y="8"/>
                  </a:moveTo>
                  <a:cubicBezTo>
                    <a:pt x="8" y="23"/>
                    <a:pt x="12" y="41"/>
                    <a:pt x="12" y="60"/>
                  </a:cubicBezTo>
                  <a:cubicBezTo>
                    <a:pt x="12" y="79"/>
                    <a:pt x="8" y="98"/>
                    <a:pt x="0" y="112"/>
                  </a:cubicBezTo>
                  <a:cubicBezTo>
                    <a:pt x="15" y="120"/>
                    <a:pt x="15" y="120"/>
                    <a:pt x="15" y="120"/>
                  </a:cubicBezTo>
                  <a:cubicBezTo>
                    <a:pt x="24" y="103"/>
                    <a:pt x="29" y="82"/>
                    <a:pt x="29" y="60"/>
                  </a:cubicBezTo>
                  <a:cubicBezTo>
                    <a:pt x="29" y="38"/>
                    <a:pt x="24" y="17"/>
                    <a:pt x="15" y="0"/>
                  </a:cubicBezTo>
                  <a:lnTo>
                    <a:pt x="0" y="8"/>
                  </a:lnTo>
                  <a:close/>
                </a:path>
              </a:pathLst>
            </a:custGeom>
            <a:solidFill>
              <a:schemeClr val="bg1"/>
            </a:solidFill>
            <a:ln w="9525">
              <a:noFill/>
            </a:ln>
          </p:spPr>
          <p:txBody>
            <a:bodyPr/>
            <a:p>
              <a:endParaRPr lang="en-US"/>
            </a:p>
          </p:txBody>
        </p:sp>
        <p:sp>
          <p:nvSpPr>
            <p:cNvPr id="27721" name="Freeform 75"/>
            <p:cNvSpPr/>
            <p:nvPr/>
          </p:nvSpPr>
          <p:spPr>
            <a:xfrm>
              <a:off x="3233598" y="2717814"/>
              <a:ext cx="59036" cy="276230"/>
            </a:xfrm>
            <a:custGeom>
              <a:avLst/>
              <a:gdLst/>
              <a:ahLst/>
              <a:cxnLst>
                <a:cxn ang="0">
                  <a:pos x="29518" y="138115"/>
                </a:cxn>
                <a:cxn ang="0">
                  <a:pos x="0" y="262419"/>
                </a:cxn>
                <a:cxn ang="0">
                  <a:pos x="26045" y="276230"/>
                </a:cxn>
                <a:cxn ang="0">
                  <a:pos x="59036" y="138115"/>
                </a:cxn>
                <a:cxn ang="0">
                  <a:pos x="26045" y="0"/>
                </a:cxn>
                <a:cxn ang="0">
                  <a:pos x="0" y="13812"/>
                </a:cxn>
                <a:cxn ang="0">
                  <a:pos x="29518" y="138115"/>
                </a:cxn>
              </a:cxnLst>
              <a:pathLst>
                <a:path w="34" h="160">
                  <a:moveTo>
                    <a:pt x="17" y="80"/>
                  </a:moveTo>
                  <a:cubicBezTo>
                    <a:pt x="17" y="107"/>
                    <a:pt x="11" y="132"/>
                    <a:pt x="0" y="152"/>
                  </a:cubicBezTo>
                  <a:cubicBezTo>
                    <a:pt x="15" y="160"/>
                    <a:pt x="15" y="160"/>
                    <a:pt x="15" y="160"/>
                  </a:cubicBezTo>
                  <a:cubicBezTo>
                    <a:pt x="27" y="138"/>
                    <a:pt x="34" y="109"/>
                    <a:pt x="34" y="80"/>
                  </a:cubicBezTo>
                  <a:cubicBezTo>
                    <a:pt x="34" y="51"/>
                    <a:pt x="27" y="23"/>
                    <a:pt x="15" y="0"/>
                  </a:cubicBezTo>
                  <a:cubicBezTo>
                    <a:pt x="0" y="8"/>
                    <a:pt x="0" y="8"/>
                    <a:pt x="0" y="8"/>
                  </a:cubicBezTo>
                  <a:cubicBezTo>
                    <a:pt x="11" y="28"/>
                    <a:pt x="17" y="54"/>
                    <a:pt x="17" y="80"/>
                  </a:cubicBezTo>
                </a:path>
              </a:pathLst>
            </a:custGeom>
            <a:solidFill>
              <a:schemeClr val="bg1"/>
            </a:solidFill>
            <a:ln w="9525">
              <a:noFill/>
            </a:ln>
          </p:spPr>
          <p:txBody>
            <a:bodyPr/>
            <a:p>
              <a:endParaRPr lang="en-US"/>
            </a:p>
          </p:txBody>
        </p:sp>
        <p:sp>
          <p:nvSpPr>
            <p:cNvPr id="27722" name="Oval 76"/>
            <p:cNvSpPr/>
            <p:nvPr/>
          </p:nvSpPr>
          <p:spPr>
            <a:xfrm>
              <a:off x="4401196" y="3629590"/>
              <a:ext cx="608580" cy="607122"/>
            </a:xfrm>
            <a:prstGeom prst="ellipse">
              <a:avLst/>
            </a:prstGeom>
            <a:solidFill>
              <a:srgbClr val="145F89"/>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23" name="Freeform 77"/>
            <p:cNvSpPr>
              <a:spLocks noEditPoints="1"/>
            </p:cNvSpPr>
            <p:nvPr/>
          </p:nvSpPr>
          <p:spPr>
            <a:xfrm>
              <a:off x="4509793" y="3797223"/>
              <a:ext cx="391386" cy="330893"/>
            </a:xfrm>
            <a:custGeom>
              <a:avLst/>
              <a:gdLst/>
              <a:ahLst/>
              <a:cxnLst>
                <a:cxn ang="0">
                  <a:pos x="386213" y="91340"/>
                </a:cxn>
                <a:cxn ang="0">
                  <a:pos x="337937" y="68936"/>
                </a:cxn>
                <a:cxn ang="0">
                  <a:pos x="231038" y="0"/>
                </a:cxn>
                <a:cxn ang="0">
                  <a:pos x="131037" y="115468"/>
                </a:cxn>
                <a:cxn ang="0">
                  <a:pos x="132761" y="132702"/>
                </a:cxn>
                <a:cxn ang="0">
                  <a:pos x="36208" y="180957"/>
                </a:cxn>
                <a:cxn ang="0">
                  <a:pos x="0" y="162000"/>
                </a:cxn>
                <a:cxn ang="0">
                  <a:pos x="168968" y="330893"/>
                </a:cxn>
                <a:cxn ang="0">
                  <a:pos x="353454" y="146489"/>
                </a:cxn>
                <a:cxn ang="0">
                  <a:pos x="386213" y="110298"/>
                </a:cxn>
                <a:cxn ang="0">
                  <a:pos x="391386" y="101681"/>
                </a:cxn>
                <a:cxn ang="0">
                  <a:pos x="386213" y="91340"/>
                </a:cxn>
                <a:cxn ang="0">
                  <a:pos x="291384" y="110298"/>
                </a:cxn>
                <a:cxn ang="0">
                  <a:pos x="274143" y="94787"/>
                </a:cxn>
                <a:cxn ang="0">
                  <a:pos x="291384" y="79276"/>
                </a:cxn>
                <a:cxn ang="0">
                  <a:pos x="306902" y="94787"/>
                </a:cxn>
                <a:cxn ang="0">
                  <a:pos x="291384" y="110298"/>
                </a:cxn>
              </a:cxnLst>
              <a:pathLst>
                <a:path w="227" h="192">
                  <a:moveTo>
                    <a:pt x="224" y="53"/>
                  </a:moveTo>
                  <a:cubicBezTo>
                    <a:pt x="196" y="40"/>
                    <a:pt x="196" y="40"/>
                    <a:pt x="196" y="40"/>
                  </a:cubicBezTo>
                  <a:cubicBezTo>
                    <a:pt x="190" y="18"/>
                    <a:pt x="166" y="0"/>
                    <a:pt x="134" y="0"/>
                  </a:cubicBezTo>
                  <a:cubicBezTo>
                    <a:pt x="99" y="0"/>
                    <a:pt x="76" y="31"/>
                    <a:pt x="76" y="67"/>
                  </a:cubicBezTo>
                  <a:cubicBezTo>
                    <a:pt x="76" y="70"/>
                    <a:pt x="77" y="74"/>
                    <a:pt x="77" y="77"/>
                  </a:cubicBezTo>
                  <a:cubicBezTo>
                    <a:pt x="79" y="121"/>
                    <a:pt x="36" y="115"/>
                    <a:pt x="21" y="105"/>
                  </a:cubicBezTo>
                  <a:cubicBezTo>
                    <a:pt x="7" y="96"/>
                    <a:pt x="0" y="76"/>
                    <a:pt x="0" y="94"/>
                  </a:cubicBezTo>
                  <a:cubicBezTo>
                    <a:pt x="0" y="134"/>
                    <a:pt x="43" y="192"/>
                    <a:pt x="98" y="192"/>
                  </a:cubicBezTo>
                  <a:cubicBezTo>
                    <a:pt x="161" y="192"/>
                    <a:pt x="205" y="151"/>
                    <a:pt x="205" y="85"/>
                  </a:cubicBezTo>
                  <a:cubicBezTo>
                    <a:pt x="224" y="64"/>
                    <a:pt x="224" y="64"/>
                    <a:pt x="224" y="64"/>
                  </a:cubicBezTo>
                  <a:cubicBezTo>
                    <a:pt x="226" y="63"/>
                    <a:pt x="227" y="61"/>
                    <a:pt x="227" y="59"/>
                  </a:cubicBezTo>
                  <a:cubicBezTo>
                    <a:pt x="227" y="57"/>
                    <a:pt x="226" y="54"/>
                    <a:pt x="224" y="53"/>
                  </a:cubicBezTo>
                  <a:moveTo>
                    <a:pt x="169" y="64"/>
                  </a:moveTo>
                  <a:cubicBezTo>
                    <a:pt x="164" y="64"/>
                    <a:pt x="159" y="60"/>
                    <a:pt x="159" y="55"/>
                  </a:cubicBezTo>
                  <a:cubicBezTo>
                    <a:pt x="159" y="50"/>
                    <a:pt x="164" y="46"/>
                    <a:pt x="169" y="46"/>
                  </a:cubicBezTo>
                  <a:cubicBezTo>
                    <a:pt x="174" y="46"/>
                    <a:pt x="178" y="50"/>
                    <a:pt x="178" y="55"/>
                  </a:cubicBezTo>
                  <a:cubicBezTo>
                    <a:pt x="178" y="60"/>
                    <a:pt x="174" y="64"/>
                    <a:pt x="169" y="64"/>
                  </a:cubicBezTo>
                </a:path>
              </a:pathLst>
            </a:custGeom>
            <a:solidFill>
              <a:schemeClr val="bg1"/>
            </a:solidFill>
            <a:ln w="9525">
              <a:noFill/>
            </a:ln>
          </p:spPr>
          <p:txBody>
            <a:bodyPr/>
            <a:p>
              <a:endParaRPr lang="en-US"/>
            </a:p>
          </p:txBody>
        </p:sp>
        <p:sp>
          <p:nvSpPr>
            <p:cNvPr id="27724" name="Oval 78"/>
            <p:cNvSpPr/>
            <p:nvPr/>
          </p:nvSpPr>
          <p:spPr>
            <a:xfrm>
              <a:off x="3888824" y="2333717"/>
              <a:ext cx="603477" cy="603477"/>
            </a:xfrm>
            <a:prstGeom prst="ellipse">
              <a:avLst/>
            </a:prstGeom>
            <a:solidFill>
              <a:srgbClr val="145F89"/>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25" name="Freeform 79"/>
            <p:cNvSpPr/>
            <p:nvPr/>
          </p:nvSpPr>
          <p:spPr>
            <a:xfrm>
              <a:off x="3978470" y="2470009"/>
              <a:ext cx="424183" cy="328706"/>
            </a:xfrm>
            <a:custGeom>
              <a:avLst/>
              <a:gdLst/>
              <a:ahLst/>
              <a:cxnLst>
                <a:cxn ang="0">
                  <a:pos x="424183" y="240936"/>
                </a:cxn>
                <a:cxn ang="0">
                  <a:pos x="391421" y="178981"/>
                </a:cxn>
                <a:cxn ang="0">
                  <a:pos x="212092" y="0"/>
                </a:cxn>
                <a:cxn ang="0">
                  <a:pos x="32762" y="178981"/>
                </a:cxn>
                <a:cxn ang="0">
                  <a:pos x="0" y="240936"/>
                </a:cxn>
                <a:cxn ang="0">
                  <a:pos x="74146" y="318380"/>
                </a:cxn>
                <a:cxn ang="0">
                  <a:pos x="84492" y="328706"/>
                </a:cxn>
                <a:cxn ang="0">
                  <a:pos x="117254" y="328706"/>
                </a:cxn>
                <a:cxn ang="0">
                  <a:pos x="127600" y="318380"/>
                </a:cxn>
                <a:cxn ang="0">
                  <a:pos x="127600" y="165213"/>
                </a:cxn>
                <a:cxn ang="0">
                  <a:pos x="117254" y="153167"/>
                </a:cxn>
                <a:cxn ang="0">
                  <a:pos x="84492" y="153167"/>
                </a:cxn>
                <a:cxn ang="0">
                  <a:pos x="74146" y="165213"/>
                </a:cxn>
                <a:cxn ang="0">
                  <a:pos x="62076" y="166934"/>
                </a:cxn>
                <a:cxn ang="0">
                  <a:pos x="212092" y="29257"/>
                </a:cxn>
                <a:cxn ang="0">
                  <a:pos x="362107" y="166934"/>
                </a:cxn>
                <a:cxn ang="0">
                  <a:pos x="350037" y="165213"/>
                </a:cxn>
                <a:cxn ang="0">
                  <a:pos x="339691" y="153167"/>
                </a:cxn>
                <a:cxn ang="0">
                  <a:pos x="306929" y="153167"/>
                </a:cxn>
                <a:cxn ang="0">
                  <a:pos x="294859" y="165213"/>
                </a:cxn>
                <a:cxn ang="0">
                  <a:pos x="294859" y="318380"/>
                </a:cxn>
                <a:cxn ang="0">
                  <a:pos x="306929" y="328706"/>
                </a:cxn>
                <a:cxn ang="0">
                  <a:pos x="339691" y="328706"/>
                </a:cxn>
                <a:cxn ang="0">
                  <a:pos x="350037" y="318380"/>
                </a:cxn>
                <a:cxn ang="0">
                  <a:pos x="372453" y="313217"/>
                </a:cxn>
                <a:cxn ang="0">
                  <a:pos x="387972" y="306333"/>
                </a:cxn>
                <a:cxn ang="0">
                  <a:pos x="424183" y="240936"/>
                </a:cxn>
              </a:cxnLst>
              <a:pathLst>
                <a:path w="246" h="191">
                  <a:moveTo>
                    <a:pt x="246" y="140"/>
                  </a:moveTo>
                  <a:cubicBezTo>
                    <a:pt x="246" y="125"/>
                    <a:pt x="238" y="112"/>
                    <a:pt x="227" y="104"/>
                  </a:cubicBezTo>
                  <a:cubicBezTo>
                    <a:pt x="227" y="47"/>
                    <a:pt x="180" y="0"/>
                    <a:pt x="123" y="0"/>
                  </a:cubicBezTo>
                  <a:cubicBezTo>
                    <a:pt x="66" y="0"/>
                    <a:pt x="19" y="47"/>
                    <a:pt x="19" y="104"/>
                  </a:cubicBezTo>
                  <a:cubicBezTo>
                    <a:pt x="7" y="112"/>
                    <a:pt x="0" y="125"/>
                    <a:pt x="0" y="140"/>
                  </a:cubicBezTo>
                  <a:cubicBezTo>
                    <a:pt x="0" y="164"/>
                    <a:pt x="19" y="184"/>
                    <a:pt x="43" y="185"/>
                  </a:cubicBezTo>
                  <a:cubicBezTo>
                    <a:pt x="43" y="188"/>
                    <a:pt x="46" y="191"/>
                    <a:pt x="49" y="191"/>
                  </a:cubicBezTo>
                  <a:cubicBezTo>
                    <a:pt x="68" y="191"/>
                    <a:pt x="68" y="191"/>
                    <a:pt x="68" y="191"/>
                  </a:cubicBezTo>
                  <a:cubicBezTo>
                    <a:pt x="71" y="191"/>
                    <a:pt x="74" y="188"/>
                    <a:pt x="74" y="185"/>
                  </a:cubicBezTo>
                  <a:cubicBezTo>
                    <a:pt x="74" y="96"/>
                    <a:pt x="74" y="96"/>
                    <a:pt x="74" y="96"/>
                  </a:cubicBezTo>
                  <a:cubicBezTo>
                    <a:pt x="74" y="92"/>
                    <a:pt x="71" y="89"/>
                    <a:pt x="68" y="89"/>
                  </a:cubicBezTo>
                  <a:cubicBezTo>
                    <a:pt x="49" y="89"/>
                    <a:pt x="49" y="89"/>
                    <a:pt x="49" y="89"/>
                  </a:cubicBezTo>
                  <a:cubicBezTo>
                    <a:pt x="46" y="89"/>
                    <a:pt x="43" y="92"/>
                    <a:pt x="43" y="96"/>
                  </a:cubicBezTo>
                  <a:cubicBezTo>
                    <a:pt x="40" y="96"/>
                    <a:pt x="38" y="96"/>
                    <a:pt x="36" y="97"/>
                  </a:cubicBezTo>
                  <a:cubicBezTo>
                    <a:pt x="40" y="52"/>
                    <a:pt x="77" y="17"/>
                    <a:pt x="123" y="17"/>
                  </a:cubicBezTo>
                  <a:cubicBezTo>
                    <a:pt x="168" y="17"/>
                    <a:pt x="206" y="52"/>
                    <a:pt x="210" y="97"/>
                  </a:cubicBezTo>
                  <a:cubicBezTo>
                    <a:pt x="207" y="96"/>
                    <a:pt x="205" y="96"/>
                    <a:pt x="203" y="96"/>
                  </a:cubicBezTo>
                  <a:cubicBezTo>
                    <a:pt x="203" y="92"/>
                    <a:pt x="200" y="89"/>
                    <a:pt x="197" y="89"/>
                  </a:cubicBezTo>
                  <a:cubicBezTo>
                    <a:pt x="178" y="89"/>
                    <a:pt x="178" y="89"/>
                    <a:pt x="178" y="89"/>
                  </a:cubicBezTo>
                  <a:cubicBezTo>
                    <a:pt x="174" y="89"/>
                    <a:pt x="171" y="92"/>
                    <a:pt x="171" y="96"/>
                  </a:cubicBezTo>
                  <a:cubicBezTo>
                    <a:pt x="171" y="185"/>
                    <a:pt x="171" y="185"/>
                    <a:pt x="171" y="185"/>
                  </a:cubicBezTo>
                  <a:cubicBezTo>
                    <a:pt x="171" y="188"/>
                    <a:pt x="174" y="191"/>
                    <a:pt x="178" y="191"/>
                  </a:cubicBezTo>
                  <a:cubicBezTo>
                    <a:pt x="197" y="191"/>
                    <a:pt x="197" y="191"/>
                    <a:pt x="197" y="191"/>
                  </a:cubicBezTo>
                  <a:cubicBezTo>
                    <a:pt x="200" y="191"/>
                    <a:pt x="203" y="188"/>
                    <a:pt x="203" y="185"/>
                  </a:cubicBezTo>
                  <a:cubicBezTo>
                    <a:pt x="208" y="185"/>
                    <a:pt x="212" y="184"/>
                    <a:pt x="216" y="182"/>
                  </a:cubicBezTo>
                  <a:cubicBezTo>
                    <a:pt x="225" y="178"/>
                    <a:pt x="225" y="178"/>
                    <a:pt x="225" y="178"/>
                  </a:cubicBezTo>
                  <a:cubicBezTo>
                    <a:pt x="238" y="170"/>
                    <a:pt x="246" y="156"/>
                    <a:pt x="246" y="140"/>
                  </a:cubicBezTo>
                </a:path>
              </a:pathLst>
            </a:custGeom>
            <a:solidFill>
              <a:schemeClr val="bg1"/>
            </a:solidFill>
            <a:ln w="9525">
              <a:noFill/>
            </a:ln>
          </p:spPr>
          <p:txBody>
            <a:bodyPr/>
            <a:p>
              <a:endParaRPr lang="en-US"/>
            </a:p>
          </p:txBody>
        </p:sp>
        <p:sp>
          <p:nvSpPr>
            <p:cNvPr id="27726" name="Freeform 80"/>
            <p:cNvSpPr/>
            <p:nvPr/>
          </p:nvSpPr>
          <p:spPr>
            <a:xfrm>
              <a:off x="4104560" y="3302342"/>
              <a:ext cx="194600" cy="182938"/>
            </a:xfrm>
            <a:custGeom>
              <a:avLst/>
              <a:gdLst/>
              <a:ahLst/>
              <a:cxnLst>
                <a:cxn ang="0">
                  <a:pos x="182545" y="94921"/>
                </a:cxn>
                <a:cxn ang="0">
                  <a:pos x="99883" y="67307"/>
                </a:cxn>
                <a:cxn ang="0">
                  <a:pos x="96439" y="74211"/>
                </a:cxn>
                <a:cxn ang="0">
                  <a:pos x="96439" y="65582"/>
                </a:cxn>
                <a:cxn ang="0">
                  <a:pos x="8611" y="58678"/>
                </a:cxn>
                <a:cxn ang="0">
                  <a:pos x="74051" y="182938"/>
                </a:cxn>
                <a:cxn ang="0">
                  <a:pos x="74051" y="182938"/>
                </a:cxn>
                <a:cxn ang="0">
                  <a:pos x="74051" y="182938"/>
                </a:cxn>
                <a:cxn ang="0">
                  <a:pos x="74051" y="182938"/>
                </a:cxn>
                <a:cxn ang="0">
                  <a:pos x="74051" y="182938"/>
                </a:cxn>
                <a:cxn ang="0">
                  <a:pos x="182545" y="94921"/>
                </a:cxn>
              </a:cxnLst>
              <a:pathLst>
                <a:path w="113" h="106">
                  <a:moveTo>
                    <a:pt x="106" y="55"/>
                  </a:moveTo>
                  <a:cubicBezTo>
                    <a:pt x="113" y="21"/>
                    <a:pt x="72" y="9"/>
                    <a:pt x="58" y="39"/>
                  </a:cubicBezTo>
                  <a:cubicBezTo>
                    <a:pt x="56" y="43"/>
                    <a:pt x="56" y="43"/>
                    <a:pt x="56" y="43"/>
                  </a:cubicBezTo>
                  <a:cubicBezTo>
                    <a:pt x="56" y="38"/>
                    <a:pt x="56" y="38"/>
                    <a:pt x="56" y="38"/>
                  </a:cubicBezTo>
                  <a:cubicBezTo>
                    <a:pt x="55" y="5"/>
                    <a:pt x="12" y="0"/>
                    <a:pt x="5" y="34"/>
                  </a:cubicBezTo>
                  <a:cubicBezTo>
                    <a:pt x="0" y="61"/>
                    <a:pt x="29" y="87"/>
                    <a:pt x="43" y="106"/>
                  </a:cubicBezTo>
                  <a:cubicBezTo>
                    <a:pt x="43" y="106"/>
                    <a:pt x="43" y="106"/>
                    <a:pt x="43" y="106"/>
                  </a:cubicBezTo>
                  <a:cubicBezTo>
                    <a:pt x="43" y="106"/>
                    <a:pt x="43" y="106"/>
                    <a:pt x="43" y="106"/>
                  </a:cubicBezTo>
                  <a:cubicBezTo>
                    <a:pt x="43" y="106"/>
                    <a:pt x="43" y="106"/>
                    <a:pt x="43" y="106"/>
                  </a:cubicBezTo>
                  <a:cubicBezTo>
                    <a:pt x="43" y="106"/>
                    <a:pt x="43" y="106"/>
                    <a:pt x="43" y="106"/>
                  </a:cubicBezTo>
                  <a:cubicBezTo>
                    <a:pt x="64" y="94"/>
                    <a:pt x="101" y="82"/>
                    <a:pt x="106" y="55"/>
                  </a:cubicBezTo>
                  <a:close/>
                </a:path>
              </a:pathLst>
            </a:custGeom>
            <a:solidFill>
              <a:srgbClr val="FE4B24"/>
            </a:solidFill>
            <a:ln w="9525">
              <a:noFill/>
            </a:ln>
          </p:spPr>
          <p:txBody>
            <a:bodyPr/>
            <a:p>
              <a:endParaRPr lang="en-US"/>
            </a:p>
          </p:txBody>
        </p:sp>
        <p:sp>
          <p:nvSpPr>
            <p:cNvPr id="27727" name="Freeform 81"/>
            <p:cNvSpPr>
              <a:spLocks noEditPoints="1"/>
            </p:cNvSpPr>
            <p:nvPr/>
          </p:nvSpPr>
          <p:spPr>
            <a:xfrm>
              <a:off x="2061627" y="4558858"/>
              <a:ext cx="234686" cy="198244"/>
            </a:xfrm>
            <a:custGeom>
              <a:avLst/>
              <a:gdLst/>
              <a:ahLst/>
              <a:cxnLst>
                <a:cxn ang="0">
                  <a:pos x="3451" y="55164"/>
                </a:cxn>
                <a:cxn ang="0">
                  <a:pos x="0" y="62059"/>
                </a:cxn>
                <a:cxn ang="0">
                  <a:pos x="3451" y="67231"/>
                </a:cxn>
                <a:cxn ang="0">
                  <a:pos x="24159" y="87917"/>
                </a:cxn>
                <a:cxn ang="0">
                  <a:pos x="134599" y="198244"/>
                </a:cxn>
                <a:cxn ang="0">
                  <a:pos x="234686" y="98260"/>
                </a:cxn>
                <a:cxn ang="0">
                  <a:pos x="212253" y="108603"/>
                </a:cxn>
                <a:cxn ang="0">
                  <a:pos x="155307" y="81021"/>
                </a:cxn>
                <a:cxn ang="0">
                  <a:pos x="157033" y="68954"/>
                </a:cxn>
                <a:cxn ang="0">
                  <a:pos x="96635" y="0"/>
                </a:cxn>
                <a:cxn ang="0">
                  <a:pos x="32787" y="41373"/>
                </a:cxn>
                <a:cxn ang="0">
                  <a:pos x="3451" y="55164"/>
                </a:cxn>
                <a:cxn ang="0">
                  <a:pos x="60397" y="67231"/>
                </a:cxn>
                <a:cxn ang="0">
                  <a:pos x="51769" y="56887"/>
                </a:cxn>
                <a:cxn ang="0">
                  <a:pos x="60397" y="48268"/>
                </a:cxn>
                <a:cxn ang="0">
                  <a:pos x="70751" y="56887"/>
                </a:cxn>
                <a:cxn ang="0">
                  <a:pos x="60397" y="67231"/>
                </a:cxn>
              </a:cxnLst>
              <a:pathLst>
                <a:path w="136" h="115">
                  <a:moveTo>
                    <a:pt x="2" y="32"/>
                  </a:moveTo>
                  <a:cubicBezTo>
                    <a:pt x="1" y="33"/>
                    <a:pt x="0" y="34"/>
                    <a:pt x="0" y="36"/>
                  </a:cubicBezTo>
                  <a:cubicBezTo>
                    <a:pt x="0" y="37"/>
                    <a:pt x="1" y="38"/>
                    <a:pt x="2" y="39"/>
                  </a:cubicBezTo>
                  <a:cubicBezTo>
                    <a:pt x="14" y="51"/>
                    <a:pt x="14" y="51"/>
                    <a:pt x="14" y="51"/>
                  </a:cubicBezTo>
                  <a:cubicBezTo>
                    <a:pt x="14" y="91"/>
                    <a:pt x="40" y="115"/>
                    <a:pt x="78" y="115"/>
                  </a:cubicBezTo>
                  <a:cubicBezTo>
                    <a:pt x="111" y="115"/>
                    <a:pt x="136" y="80"/>
                    <a:pt x="136" y="57"/>
                  </a:cubicBezTo>
                  <a:cubicBezTo>
                    <a:pt x="136" y="46"/>
                    <a:pt x="132" y="58"/>
                    <a:pt x="123" y="63"/>
                  </a:cubicBezTo>
                  <a:cubicBezTo>
                    <a:pt x="114" y="69"/>
                    <a:pt x="89" y="72"/>
                    <a:pt x="90" y="47"/>
                  </a:cubicBezTo>
                  <a:cubicBezTo>
                    <a:pt x="90" y="45"/>
                    <a:pt x="91" y="42"/>
                    <a:pt x="91" y="40"/>
                  </a:cubicBezTo>
                  <a:cubicBezTo>
                    <a:pt x="91" y="19"/>
                    <a:pt x="77" y="0"/>
                    <a:pt x="56" y="0"/>
                  </a:cubicBezTo>
                  <a:cubicBezTo>
                    <a:pt x="37" y="0"/>
                    <a:pt x="23" y="12"/>
                    <a:pt x="19" y="24"/>
                  </a:cubicBezTo>
                  <a:cubicBezTo>
                    <a:pt x="2" y="32"/>
                    <a:pt x="2" y="32"/>
                    <a:pt x="2" y="32"/>
                  </a:cubicBezTo>
                  <a:moveTo>
                    <a:pt x="35" y="39"/>
                  </a:moveTo>
                  <a:cubicBezTo>
                    <a:pt x="32" y="39"/>
                    <a:pt x="30" y="36"/>
                    <a:pt x="30" y="33"/>
                  </a:cubicBezTo>
                  <a:cubicBezTo>
                    <a:pt x="30" y="30"/>
                    <a:pt x="32" y="28"/>
                    <a:pt x="35" y="28"/>
                  </a:cubicBezTo>
                  <a:cubicBezTo>
                    <a:pt x="39" y="28"/>
                    <a:pt x="41" y="30"/>
                    <a:pt x="41" y="33"/>
                  </a:cubicBezTo>
                  <a:cubicBezTo>
                    <a:pt x="41" y="36"/>
                    <a:pt x="39" y="39"/>
                    <a:pt x="35" y="39"/>
                  </a:cubicBezTo>
                </a:path>
              </a:pathLst>
            </a:custGeom>
            <a:solidFill>
              <a:srgbClr val="00BE9C"/>
            </a:solidFill>
            <a:ln w="9525">
              <a:noFill/>
            </a:ln>
          </p:spPr>
          <p:txBody>
            <a:bodyPr/>
            <a:p>
              <a:endParaRPr lang="en-US"/>
            </a:p>
          </p:txBody>
        </p:sp>
        <p:sp>
          <p:nvSpPr>
            <p:cNvPr id="27728" name="Freeform 82"/>
            <p:cNvSpPr>
              <a:spLocks noEditPoints="1"/>
            </p:cNvSpPr>
            <p:nvPr/>
          </p:nvSpPr>
          <p:spPr>
            <a:xfrm>
              <a:off x="2766413" y="4096775"/>
              <a:ext cx="163988" cy="233228"/>
            </a:xfrm>
            <a:custGeom>
              <a:avLst/>
              <a:gdLst/>
              <a:ahLst/>
              <a:cxnLst>
                <a:cxn ang="0">
                  <a:pos x="82857" y="0"/>
                </a:cxn>
                <a:cxn ang="0">
                  <a:pos x="0" y="81198"/>
                </a:cxn>
                <a:cxn ang="0">
                  <a:pos x="82857" y="233228"/>
                </a:cxn>
                <a:cxn ang="0">
                  <a:pos x="163988" y="81198"/>
                </a:cxn>
                <a:cxn ang="0">
                  <a:pos x="82857" y="0"/>
                </a:cxn>
                <a:cxn ang="0">
                  <a:pos x="82857" y="95019"/>
                </a:cxn>
                <a:cxn ang="0">
                  <a:pos x="56964" y="69105"/>
                </a:cxn>
                <a:cxn ang="0">
                  <a:pos x="82857" y="44918"/>
                </a:cxn>
                <a:cxn ang="0">
                  <a:pos x="107024" y="69105"/>
                </a:cxn>
                <a:cxn ang="0">
                  <a:pos x="82857" y="95019"/>
                </a:cxn>
              </a:cxnLst>
              <a:pathLst>
                <a:path w="95" h="135">
                  <a:moveTo>
                    <a:pt x="48" y="0"/>
                  </a:moveTo>
                  <a:cubicBezTo>
                    <a:pt x="21" y="0"/>
                    <a:pt x="0" y="21"/>
                    <a:pt x="0" y="47"/>
                  </a:cubicBezTo>
                  <a:cubicBezTo>
                    <a:pt x="0" y="74"/>
                    <a:pt x="48" y="135"/>
                    <a:pt x="48" y="135"/>
                  </a:cubicBezTo>
                  <a:cubicBezTo>
                    <a:pt x="48" y="135"/>
                    <a:pt x="95" y="74"/>
                    <a:pt x="95" y="47"/>
                  </a:cubicBezTo>
                  <a:cubicBezTo>
                    <a:pt x="95" y="21"/>
                    <a:pt x="74" y="0"/>
                    <a:pt x="48" y="0"/>
                  </a:cubicBezTo>
                  <a:close/>
                  <a:moveTo>
                    <a:pt x="48" y="55"/>
                  </a:moveTo>
                  <a:cubicBezTo>
                    <a:pt x="39" y="55"/>
                    <a:pt x="33" y="49"/>
                    <a:pt x="33" y="40"/>
                  </a:cubicBezTo>
                  <a:cubicBezTo>
                    <a:pt x="33" y="32"/>
                    <a:pt x="39" y="26"/>
                    <a:pt x="48" y="26"/>
                  </a:cubicBezTo>
                  <a:cubicBezTo>
                    <a:pt x="56" y="26"/>
                    <a:pt x="62" y="32"/>
                    <a:pt x="62" y="40"/>
                  </a:cubicBezTo>
                  <a:cubicBezTo>
                    <a:pt x="62" y="49"/>
                    <a:pt x="56" y="55"/>
                    <a:pt x="48" y="55"/>
                  </a:cubicBezTo>
                  <a:close/>
                </a:path>
              </a:pathLst>
            </a:custGeom>
            <a:solidFill>
              <a:srgbClr val="00BE9C"/>
            </a:solidFill>
            <a:ln w="9525">
              <a:noFill/>
            </a:ln>
          </p:spPr>
          <p:txBody>
            <a:bodyPr/>
            <a:p>
              <a:endParaRPr lang="en-US"/>
            </a:p>
          </p:txBody>
        </p:sp>
        <p:sp>
          <p:nvSpPr>
            <p:cNvPr id="27729" name="Freeform 83"/>
            <p:cNvSpPr>
              <a:spLocks noEditPoints="1"/>
            </p:cNvSpPr>
            <p:nvPr/>
          </p:nvSpPr>
          <p:spPr>
            <a:xfrm>
              <a:off x="3396129" y="3217797"/>
              <a:ext cx="122445" cy="174192"/>
            </a:xfrm>
            <a:custGeom>
              <a:avLst/>
              <a:gdLst/>
              <a:ahLst/>
              <a:cxnLst>
                <a:cxn ang="0">
                  <a:pos x="60360" y="0"/>
                </a:cxn>
                <a:cxn ang="0">
                  <a:pos x="0" y="62088"/>
                </a:cxn>
                <a:cxn ang="0">
                  <a:pos x="60360" y="174192"/>
                </a:cxn>
                <a:cxn ang="0">
                  <a:pos x="122445" y="62088"/>
                </a:cxn>
                <a:cxn ang="0">
                  <a:pos x="60360" y="0"/>
                </a:cxn>
                <a:cxn ang="0">
                  <a:pos x="60360" y="72436"/>
                </a:cxn>
                <a:cxn ang="0">
                  <a:pos x="41390" y="53465"/>
                </a:cxn>
                <a:cxn ang="0">
                  <a:pos x="60360" y="34493"/>
                </a:cxn>
                <a:cxn ang="0">
                  <a:pos x="79331" y="53465"/>
                </a:cxn>
                <a:cxn ang="0">
                  <a:pos x="60360" y="72436"/>
                </a:cxn>
              </a:cxnLst>
              <a:pathLst>
                <a:path w="71" h="101">
                  <a:moveTo>
                    <a:pt x="35" y="0"/>
                  </a:moveTo>
                  <a:cubicBezTo>
                    <a:pt x="16" y="0"/>
                    <a:pt x="0" y="16"/>
                    <a:pt x="0" y="36"/>
                  </a:cubicBezTo>
                  <a:cubicBezTo>
                    <a:pt x="0" y="56"/>
                    <a:pt x="35" y="101"/>
                    <a:pt x="35" y="101"/>
                  </a:cubicBezTo>
                  <a:cubicBezTo>
                    <a:pt x="35" y="101"/>
                    <a:pt x="71" y="56"/>
                    <a:pt x="71" y="36"/>
                  </a:cubicBezTo>
                  <a:cubicBezTo>
                    <a:pt x="71" y="16"/>
                    <a:pt x="55" y="0"/>
                    <a:pt x="35" y="0"/>
                  </a:cubicBezTo>
                  <a:close/>
                  <a:moveTo>
                    <a:pt x="35" y="42"/>
                  </a:moveTo>
                  <a:cubicBezTo>
                    <a:pt x="29" y="42"/>
                    <a:pt x="24" y="37"/>
                    <a:pt x="24" y="31"/>
                  </a:cubicBezTo>
                  <a:cubicBezTo>
                    <a:pt x="24" y="25"/>
                    <a:pt x="29" y="20"/>
                    <a:pt x="35" y="20"/>
                  </a:cubicBezTo>
                  <a:cubicBezTo>
                    <a:pt x="41" y="20"/>
                    <a:pt x="46" y="25"/>
                    <a:pt x="46" y="31"/>
                  </a:cubicBezTo>
                  <a:cubicBezTo>
                    <a:pt x="46" y="37"/>
                    <a:pt x="41" y="42"/>
                    <a:pt x="35" y="42"/>
                  </a:cubicBezTo>
                  <a:close/>
                </a:path>
              </a:pathLst>
            </a:custGeom>
            <a:solidFill>
              <a:srgbClr val="00BE9C"/>
            </a:solidFill>
            <a:ln w="9525">
              <a:noFill/>
            </a:ln>
          </p:spPr>
          <p:txBody>
            <a:bodyPr/>
            <a:p>
              <a:endParaRPr lang="en-US"/>
            </a:p>
          </p:txBody>
        </p:sp>
        <p:grpSp>
          <p:nvGrpSpPr>
            <p:cNvPr id="2" name="组合 1"/>
            <p:cNvGrpSpPr/>
            <p:nvPr/>
          </p:nvGrpSpPr>
          <p:grpSpPr>
            <a:xfrm>
              <a:off x="2532457" y="4714101"/>
              <a:ext cx="274043" cy="314130"/>
              <a:chOff x="2532457" y="4714101"/>
              <a:chExt cx="274043" cy="314130"/>
            </a:xfrm>
            <a:solidFill>
              <a:srgbClr val="F9A715"/>
            </a:solidFill>
          </p:grpSpPr>
          <p:sp>
            <p:nvSpPr>
              <p:cNvPr id="92" name="Freeform 87"/>
              <p:cNvSpPr/>
              <p:nvPr/>
            </p:nvSpPr>
            <p:spPr bwMode="auto">
              <a:xfrm>
                <a:off x="2662918" y="4802290"/>
                <a:ext cx="21136" cy="37900"/>
              </a:xfrm>
              <a:custGeom>
                <a:avLst/>
                <a:gdLst>
                  <a:gd name="T0" fmla="*/ 5 w 12"/>
                  <a:gd name="T1" fmla="*/ 17 h 22"/>
                  <a:gd name="T2" fmla="*/ 0 w 12"/>
                  <a:gd name="T3" fmla="*/ 9 h 22"/>
                  <a:gd name="T4" fmla="*/ 0 w 12"/>
                  <a:gd name="T5" fmla="*/ 15 h 22"/>
                  <a:gd name="T6" fmla="*/ 2 w 12"/>
                  <a:gd name="T7" fmla="*/ 22 h 22"/>
                  <a:gd name="T8" fmla="*/ 5 w 12"/>
                  <a:gd name="T9" fmla="*/ 17 h 22"/>
                </a:gdLst>
                <a:ahLst/>
                <a:cxnLst>
                  <a:cxn ang="0">
                    <a:pos x="T0" y="T1"/>
                  </a:cxn>
                  <a:cxn ang="0">
                    <a:pos x="T2" y="T3"/>
                  </a:cxn>
                  <a:cxn ang="0">
                    <a:pos x="T4" y="T5"/>
                  </a:cxn>
                  <a:cxn ang="0">
                    <a:pos x="T6" y="T7"/>
                  </a:cxn>
                  <a:cxn ang="0">
                    <a:pos x="T8" y="T9"/>
                  </a:cxn>
                </a:cxnLst>
                <a:rect l="0" t="0" r="r" b="b"/>
                <a:pathLst>
                  <a:path w="12" h="22">
                    <a:moveTo>
                      <a:pt x="5" y="17"/>
                    </a:moveTo>
                    <a:cubicBezTo>
                      <a:pt x="12" y="4"/>
                      <a:pt x="1" y="0"/>
                      <a:pt x="0" y="9"/>
                    </a:cubicBezTo>
                    <a:cubicBezTo>
                      <a:pt x="0" y="11"/>
                      <a:pt x="0" y="13"/>
                      <a:pt x="0" y="15"/>
                    </a:cubicBezTo>
                    <a:cubicBezTo>
                      <a:pt x="0" y="18"/>
                      <a:pt x="1" y="20"/>
                      <a:pt x="2" y="22"/>
                    </a:cubicBezTo>
                    <a:cubicBezTo>
                      <a:pt x="3" y="21"/>
                      <a:pt x="4" y="19"/>
                      <a:pt x="5" y="1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3" name="Freeform 88"/>
              <p:cNvSpPr/>
              <p:nvPr/>
            </p:nvSpPr>
            <p:spPr bwMode="auto">
              <a:xfrm>
                <a:off x="2614815" y="4826341"/>
                <a:ext cx="13848" cy="18950"/>
              </a:xfrm>
              <a:custGeom>
                <a:avLst/>
                <a:gdLst>
                  <a:gd name="T0" fmla="*/ 4 w 8"/>
                  <a:gd name="T1" fmla="*/ 8 h 11"/>
                  <a:gd name="T2" fmla="*/ 8 w 8"/>
                  <a:gd name="T3" fmla="*/ 11 h 11"/>
                  <a:gd name="T4" fmla="*/ 2 w 8"/>
                  <a:gd name="T5" fmla="*/ 0 h 11"/>
                  <a:gd name="T6" fmla="*/ 4 w 8"/>
                  <a:gd name="T7" fmla="*/ 8 h 11"/>
                </a:gdLst>
                <a:ahLst/>
                <a:cxnLst>
                  <a:cxn ang="0">
                    <a:pos x="T0" y="T1"/>
                  </a:cxn>
                  <a:cxn ang="0">
                    <a:pos x="T2" y="T3"/>
                  </a:cxn>
                  <a:cxn ang="0">
                    <a:pos x="T4" y="T5"/>
                  </a:cxn>
                  <a:cxn ang="0">
                    <a:pos x="T6" y="T7"/>
                  </a:cxn>
                </a:cxnLst>
                <a:rect l="0" t="0" r="r" b="b"/>
                <a:pathLst>
                  <a:path w="8" h="11">
                    <a:moveTo>
                      <a:pt x="4" y="8"/>
                    </a:moveTo>
                    <a:cubicBezTo>
                      <a:pt x="5" y="9"/>
                      <a:pt x="7" y="10"/>
                      <a:pt x="8" y="11"/>
                    </a:cubicBezTo>
                    <a:cubicBezTo>
                      <a:pt x="6" y="6"/>
                      <a:pt x="4" y="3"/>
                      <a:pt x="2" y="0"/>
                    </a:cubicBezTo>
                    <a:cubicBezTo>
                      <a:pt x="0" y="4"/>
                      <a:pt x="1" y="7"/>
                      <a:pt x="4"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4" name="Freeform 89"/>
              <p:cNvSpPr/>
              <p:nvPr/>
            </p:nvSpPr>
            <p:spPr bwMode="auto">
              <a:xfrm>
                <a:off x="2694259" y="4848936"/>
                <a:ext cx="32798" cy="24051"/>
              </a:xfrm>
              <a:custGeom>
                <a:avLst/>
                <a:gdLst>
                  <a:gd name="T0" fmla="*/ 5 w 19"/>
                  <a:gd name="T1" fmla="*/ 14 h 14"/>
                  <a:gd name="T2" fmla="*/ 12 w 19"/>
                  <a:gd name="T3" fmla="*/ 13 h 14"/>
                  <a:gd name="T4" fmla="*/ 13 w 19"/>
                  <a:gd name="T5" fmla="*/ 1 h 14"/>
                  <a:gd name="T6" fmla="*/ 0 w 19"/>
                  <a:gd name="T7" fmla="*/ 13 h 14"/>
                  <a:gd name="T8" fmla="*/ 5 w 19"/>
                  <a:gd name="T9" fmla="*/ 14 h 14"/>
                </a:gdLst>
                <a:ahLst/>
                <a:cxnLst>
                  <a:cxn ang="0">
                    <a:pos x="T0" y="T1"/>
                  </a:cxn>
                  <a:cxn ang="0">
                    <a:pos x="T2" y="T3"/>
                  </a:cxn>
                  <a:cxn ang="0">
                    <a:pos x="T4" y="T5"/>
                  </a:cxn>
                  <a:cxn ang="0">
                    <a:pos x="T6" y="T7"/>
                  </a:cxn>
                  <a:cxn ang="0">
                    <a:pos x="T8" y="T9"/>
                  </a:cxn>
                </a:cxnLst>
                <a:rect l="0" t="0" r="r" b="b"/>
                <a:pathLst>
                  <a:path w="19" h="14">
                    <a:moveTo>
                      <a:pt x="5" y="14"/>
                    </a:moveTo>
                    <a:cubicBezTo>
                      <a:pt x="7" y="14"/>
                      <a:pt x="9" y="13"/>
                      <a:pt x="12" y="13"/>
                    </a:cubicBezTo>
                    <a:cubicBezTo>
                      <a:pt x="18" y="8"/>
                      <a:pt x="19" y="5"/>
                      <a:pt x="13" y="1"/>
                    </a:cubicBezTo>
                    <a:cubicBezTo>
                      <a:pt x="8" y="0"/>
                      <a:pt x="3" y="7"/>
                      <a:pt x="0" y="13"/>
                    </a:cubicBezTo>
                    <a:cubicBezTo>
                      <a:pt x="2" y="14"/>
                      <a:pt x="3" y="14"/>
                      <a:pt x="5" y="1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5" name="Freeform 90"/>
              <p:cNvSpPr/>
              <p:nvPr/>
            </p:nvSpPr>
            <p:spPr bwMode="auto">
              <a:xfrm>
                <a:off x="2643968" y="4854038"/>
                <a:ext cx="40086" cy="98393"/>
              </a:xfrm>
              <a:custGeom>
                <a:avLst/>
                <a:gdLst>
                  <a:gd name="T0" fmla="*/ 23 w 23"/>
                  <a:gd name="T1" fmla="*/ 14 h 57"/>
                  <a:gd name="T2" fmla="*/ 13 w 23"/>
                  <a:gd name="T3" fmla="*/ 7 h 57"/>
                  <a:gd name="T4" fmla="*/ 9 w 23"/>
                  <a:gd name="T5" fmla="*/ 0 h 57"/>
                  <a:gd name="T6" fmla="*/ 0 w 23"/>
                  <a:gd name="T7" fmla="*/ 3 h 57"/>
                  <a:gd name="T8" fmla="*/ 8 w 23"/>
                  <a:gd name="T9" fmla="*/ 55 h 57"/>
                  <a:gd name="T10" fmla="*/ 7 w 23"/>
                  <a:gd name="T11" fmla="*/ 57 h 57"/>
                  <a:gd name="T12" fmla="*/ 14 w 23"/>
                  <a:gd name="T13" fmla="*/ 57 h 57"/>
                  <a:gd name="T14" fmla="*/ 23 w 23"/>
                  <a:gd name="T15" fmla="*/ 57 h 57"/>
                  <a:gd name="T16" fmla="*/ 23 w 23"/>
                  <a:gd name="T17" fmla="*/ 1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57">
                    <a:moveTo>
                      <a:pt x="23" y="14"/>
                    </a:moveTo>
                    <a:cubicBezTo>
                      <a:pt x="19" y="12"/>
                      <a:pt x="16" y="10"/>
                      <a:pt x="13" y="7"/>
                    </a:cubicBezTo>
                    <a:cubicBezTo>
                      <a:pt x="12" y="6"/>
                      <a:pt x="11" y="3"/>
                      <a:pt x="9" y="0"/>
                    </a:cubicBezTo>
                    <a:cubicBezTo>
                      <a:pt x="6" y="1"/>
                      <a:pt x="3" y="2"/>
                      <a:pt x="0" y="3"/>
                    </a:cubicBezTo>
                    <a:cubicBezTo>
                      <a:pt x="5" y="19"/>
                      <a:pt x="7" y="38"/>
                      <a:pt x="8" y="55"/>
                    </a:cubicBezTo>
                    <a:cubicBezTo>
                      <a:pt x="8" y="56"/>
                      <a:pt x="8" y="56"/>
                      <a:pt x="7" y="57"/>
                    </a:cubicBezTo>
                    <a:cubicBezTo>
                      <a:pt x="14" y="57"/>
                      <a:pt x="14" y="57"/>
                      <a:pt x="14" y="57"/>
                    </a:cubicBezTo>
                    <a:cubicBezTo>
                      <a:pt x="23" y="57"/>
                      <a:pt x="23" y="57"/>
                      <a:pt x="23" y="57"/>
                    </a:cubicBezTo>
                    <a:cubicBezTo>
                      <a:pt x="19" y="43"/>
                      <a:pt x="18" y="27"/>
                      <a:pt x="23" y="1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6" name="Freeform 91"/>
              <p:cNvSpPr/>
              <p:nvPr/>
            </p:nvSpPr>
            <p:spPr bwMode="auto">
              <a:xfrm>
                <a:off x="2532457" y="4714101"/>
                <a:ext cx="274043" cy="239788"/>
              </a:xfrm>
              <a:custGeom>
                <a:avLst/>
                <a:gdLst>
                  <a:gd name="T0" fmla="*/ 121 w 159"/>
                  <a:gd name="T1" fmla="*/ 16 h 139"/>
                  <a:gd name="T2" fmla="*/ 79 w 159"/>
                  <a:gd name="T3" fmla="*/ 0 h 139"/>
                  <a:gd name="T4" fmla="*/ 38 w 159"/>
                  <a:gd name="T5" fmla="*/ 16 h 139"/>
                  <a:gd name="T6" fmla="*/ 32 w 159"/>
                  <a:gd name="T7" fmla="*/ 99 h 139"/>
                  <a:gd name="T8" fmla="*/ 42 w 159"/>
                  <a:gd name="T9" fmla="*/ 129 h 139"/>
                  <a:gd name="T10" fmla="*/ 48 w 159"/>
                  <a:gd name="T11" fmla="*/ 138 h 139"/>
                  <a:gd name="T12" fmla="*/ 68 w 159"/>
                  <a:gd name="T13" fmla="*/ 138 h 139"/>
                  <a:gd name="T14" fmla="*/ 59 w 159"/>
                  <a:gd name="T15" fmla="*/ 85 h 139"/>
                  <a:gd name="T16" fmla="*/ 59 w 159"/>
                  <a:gd name="T17" fmla="*/ 83 h 139"/>
                  <a:gd name="T18" fmla="*/ 51 w 159"/>
                  <a:gd name="T19" fmla="*/ 80 h 139"/>
                  <a:gd name="T20" fmla="*/ 42 w 159"/>
                  <a:gd name="T21" fmla="*/ 66 h 139"/>
                  <a:gd name="T22" fmla="*/ 62 w 159"/>
                  <a:gd name="T23" fmla="*/ 74 h 139"/>
                  <a:gd name="T24" fmla="*/ 63 w 159"/>
                  <a:gd name="T25" fmla="*/ 78 h 139"/>
                  <a:gd name="T26" fmla="*/ 73 w 159"/>
                  <a:gd name="T27" fmla="*/ 76 h 139"/>
                  <a:gd name="T28" fmla="*/ 77 w 159"/>
                  <a:gd name="T29" fmla="*/ 49 h 139"/>
                  <a:gd name="T30" fmla="*/ 88 w 159"/>
                  <a:gd name="T31" fmla="*/ 60 h 139"/>
                  <a:gd name="T32" fmla="*/ 79 w 159"/>
                  <a:gd name="T33" fmla="*/ 78 h 139"/>
                  <a:gd name="T34" fmla="*/ 81 w 159"/>
                  <a:gd name="T35" fmla="*/ 81 h 139"/>
                  <a:gd name="T36" fmla="*/ 90 w 159"/>
                  <a:gd name="T37" fmla="*/ 90 h 139"/>
                  <a:gd name="T38" fmla="*/ 94 w 159"/>
                  <a:gd name="T39" fmla="*/ 83 h 139"/>
                  <a:gd name="T40" fmla="*/ 108 w 159"/>
                  <a:gd name="T41" fmla="*/ 73 h 139"/>
                  <a:gd name="T42" fmla="*/ 117 w 159"/>
                  <a:gd name="T43" fmla="*/ 85 h 139"/>
                  <a:gd name="T44" fmla="*/ 92 w 159"/>
                  <a:gd name="T45" fmla="*/ 96 h 139"/>
                  <a:gd name="T46" fmla="*/ 91 w 159"/>
                  <a:gd name="T47" fmla="*/ 102 h 139"/>
                  <a:gd name="T48" fmla="*/ 94 w 159"/>
                  <a:gd name="T49" fmla="*/ 136 h 139"/>
                  <a:gd name="T50" fmla="*/ 94 w 159"/>
                  <a:gd name="T51" fmla="*/ 138 h 139"/>
                  <a:gd name="T52" fmla="*/ 111 w 159"/>
                  <a:gd name="T53" fmla="*/ 138 h 139"/>
                  <a:gd name="T54" fmla="*/ 117 w 159"/>
                  <a:gd name="T55" fmla="*/ 129 h 139"/>
                  <a:gd name="T56" fmla="*/ 127 w 159"/>
                  <a:gd name="T57" fmla="*/ 99 h 139"/>
                  <a:gd name="T58" fmla="*/ 121 w 159"/>
                  <a:gd name="T59" fmla="*/ 16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9" h="139">
                    <a:moveTo>
                      <a:pt x="121" y="16"/>
                    </a:moveTo>
                    <a:cubicBezTo>
                      <a:pt x="113" y="8"/>
                      <a:pt x="103" y="0"/>
                      <a:pt x="79" y="0"/>
                    </a:cubicBezTo>
                    <a:cubicBezTo>
                      <a:pt x="56" y="0"/>
                      <a:pt x="46" y="8"/>
                      <a:pt x="38" y="16"/>
                    </a:cubicBezTo>
                    <a:cubicBezTo>
                      <a:pt x="0" y="54"/>
                      <a:pt x="29" y="94"/>
                      <a:pt x="32" y="99"/>
                    </a:cubicBezTo>
                    <a:cubicBezTo>
                      <a:pt x="35" y="104"/>
                      <a:pt x="41" y="119"/>
                      <a:pt x="42" y="129"/>
                    </a:cubicBezTo>
                    <a:cubicBezTo>
                      <a:pt x="43" y="139"/>
                      <a:pt x="48" y="138"/>
                      <a:pt x="48" y="138"/>
                    </a:cubicBezTo>
                    <a:cubicBezTo>
                      <a:pt x="68" y="138"/>
                      <a:pt x="68" y="138"/>
                      <a:pt x="68" y="138"/>
                    </a:cubicBezTo>
                    <a:cubicBezTo>
                      <a:pt x="66" y="121"/>
                      <a:pt x="66" y="101"/>
                      <a:pt x="59" y="85"/>
                    </a:cubicBezTo>
                    <a:cubicBezTo>
                      <a:pt x="59" y="84"/>
                      <a:pt x="59" y="84"/>
                      <a:pt x="59" y="83"/>
                    </a:cubicBezTo>
                    <a:cubicBezTo>
                      <a:pt x="56" y="82"/>
                      <a:pt x="54" y="81"/>
                      <a:pt x="51" y="80"/>
                    </a:cubicBezTo>
                    <a:cubicBezTo>
                      <a:pt x="46" y="78"/>
                      <a:pt x="40" y="72"/>
                      <a:pt x="42" y="66"/>
                    </a:cubicBezTo>
                    <a:cubicBezTo>
                      <a:pt x="47" y="49"/>
                      <a:pt x="58" y="65"/>
                      <a:pt x="62" y="74"/>
                    </a:cubicBezTo>
                    <a:cubicBezTo>
                      <a:pt x="62" y="75"/>
                      <a:pt x="63" y="77"/>
                      <a:pt x="63" y="78"/>
                    </a:cubicBezTo>
                    <a:cubicBezTo>
                      <a:pt x="66" y="78"/>
                      <a:pt x="70" y="78"/>
                      <a:pt x="73" y="76"/>
                    </a:cubicBezTo>
                    <a:cubicBezTo>
                      <a:pt x="69" y="66"/>
                      <a:pt x="68" y="52"/>
                      <a:pt x="77" y="49"/>
                    </a:cubicBezTo>
                    <a:cubicBezTo>
                      <a:pt x="83" y="46"/>
                      <a:pt x="88" y="54"/>
                      <a:pt x="88" y="60"/>
                    </a:cubicBezTo>
                    <a:cubicBezTo>
                      <a:pt x="88" y="67"/>
                      <a:pt x="85" y="73"/>
                      <a:pt x="79" y="78"/>
                    </a:cubicBezTo>
                    <a:cubicBezTo>
                      <a:pt x="80" y="79"/>
                      <a:pt x="80" y="80"/>
                      <a:pt x="81" y="81"/>
                    </a:cubicBezTo>
                    <a:cubicBezTo>
                      <a:pt x="83" y="84"/>
                      <a:pt x="86" y="87"/>
                      <a:pt x="90" y="90"/>
                    </a:cubicBezTo>
                    <a:cubicBezTo>
                      <a:pt x="91" y="87"/>
                      <a:pt x="92" y="85"/>
                      <a:pt x="94" y="83"/>
                    </a:cubicBezTo>
                    <a:cubicBezTo>
                      <a:pt x="97" y="79"/>
                      <a:pt x="102" y="72"/>
                      <a:pt x="108" y="73"/>
                    </a:cubicBezTo>
                    <a:cubicBezTo>
                      <a:pt x="113" y="74"/>
                      <a:pt x="118" y="80"/>
                      <a:pt x="117" y="85"/>
                    </a:cubicBezTo>
                    <a:cubicBezTo>
                      <a:pt x="114" y="97"/>
                      <a:pt x="102" y="99"/>
                      <a:pt x="92" y="96"/>
                    </a:cubicBezTo>
                    <a:cubicBezTo>
                      <a:pt x="91" y="98"/>
                      <a:pt x="91" y="100"/>
                      <a:pt x="91" y="102"/>
                    </a:cubicBezTo>
                    <a:cubicBezTo>
                      <a:pt x="90" y="113"/>
                      <a:pt x="90" y="125"/>
                      <a:pt x="94" y="136"/>
                    </a:cubicBezTo>
                    <a:cubicBezTo>
                      <a:pt x="94" y="137"/>
                      <a:pt x="94" y="137"/>
                      <a:pt x="94" y="138"/>
                    </a:cubicBezTo>
                    <a:cubicBezTo>
                      <a:pt x="111" y="138"/>
                      <a:pt x="111" y="138"/>
                      <a:pt x="111" y="138"/>
                    </a:cubicBezTo>
                    <a:cubicBezTo>
                      <a:pt x="111" y="138"/>
                      <a:pt x="115" y="139"/>
                      <a:pt x="117" y="129"/>
                    </a:cubicBezTo>
                    <a:cubicBezTo>
                      <a:pt x="118" y="119"/>
                      <a:pt x="124" y="104"/>
                      <a:pt x="127" y="99"/>
                    </a:cubicBezTo>
                    <a:cubicBezTo>
                      <a:pt x="130" y="94"/>
                      <a:pt x="159" y="54"/>
                      <a:pt x="121"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7" name="Freeform 92"/>
              <p:cNvSpPr/>
              <p:nvPr/>
            </p:nvSpPr>
            <p:spPr bwMode="auto">
              <a:xfrm>
                <a:off x="2611171" y="4964092"/>
                <a:ext cx="119529" cy="20407"/>
              </a:xfrm>
              <a:custGeom>
                <a:avLst/>
                <a:gdLst>
                  <a:gd name="T0" fmla="*/ 63 w 69"/>
                  <a:gd name="T1" fmla="*/ 0 h 12"/>
                  <a:gd name="T2" fmla="*/ 6 w 69"/>
                  <a:gd name="T3" fmla="*/ 0 h 12"/>
                  <a:gd name="T4" fmla="*/ 0 w 69"/>
                  <a:gd name="T5" fmla="*/ 6 h 12"/>
                  <a:gd name="T6" fmla="*/ 6 w 69"/>
                  <a:gd name="T7" fmla="*/ 12 h 12"/>
                  <a:gd name="T8" fmla="*/ 63 w 69"/>
                  <a:gd name="T9" fmla="*/ 12 h 12"/>
                  <a:gd name="T10" fmla="*/ 69 w 69"/>
                  <a:gd name="T11" fmla="*/ 6 h 12"/>
                  <a:gd name="T12" fmla="*/ 63 w 69"/>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69" h="12">
                    <a:moveTo>
                      <a:pt x="63" y="0"/>
                    </a:moveTo>
                    <a:cubicBezTo>
                      <a:pt x="6" y="0"/>
                      <a:pt x="6" y="0"/>
                      <a:pt x="6" y="0"/>
                    </a:cubicBezTo>
                    <a:cubicBezTo>
                      <a:pt x="2" y="0"/>
                      <a:pt x="0" y="2"/>
                      <a:pt x="0" y="6"/>
                    </a:cubicBezTo>
                    <a:cubicBezTo>
                      <a:pt x="0" y="9"/>
                      <a:pt x="2" y="12"/>
                      <a:pt x="6" y="12"/>
                    </a:cubicBezTo>
                    <a:cubicBezTo>
                      <a:pt x="63" y="12"/>
                      <a:pt x="63" y="12"/>
                      <a:pt x="63" y="12"/>
                    </a:cubicBezTo>
                    <a:cubicBezTo>
                      <a:pt x="67" y="12"/>
                      <a:pt x="69" y="9"/>
                      <a:pt x="69" y="6"/>
                    </a:cubicBezTo>
                    <a:cubicBezTo>
                      <a:pt x="69" y="2"/>
                      <a:pt x="67" y="0"/>
                      <a:pt x="63"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8" name="Freeform 93"/>
              <p:cNvSpPr/>
              <p:nvPr/>
            </p:nvSpPr>
            <p:spPr bwMode="auto">
              <a:xfrm>
                <a:off x="2613358" y="4990331"/>
                <a:ext cx="115157" cy="18950"/>
              </a:xfrm>
              <a:custGeom>
                <a:avLst/>
                <a:gdLst>
                  <a:gd name="T0" fmla="*/ 61 w 67"/>
                  <a:gd name="T1" fmla="*/ 0 h 11"/>
                  <a:gd name="T2" fmla="*/ 6 w 67"/>
                  <a:gd name="T3" fmla="*/ 0 h 11"/>
                  <a:gd name="T4" fmla="*/ 0 w 67"/>
                  <a:gd name="T5" fmla="*/ 5 h 11"/>
                  <a:gd name="T6" fmla="*/ 6 w 67"/>
                  <a:gd name="T7" fmla="*/ 11 h 11"/>
                  <a:gd name="T8" fmla="*/ 61 w 67"/>
                  <a:gd name="T9" fmla="*/ 11 h 11"/>
                  <a:gd name="T10" fmla="*/ 67 w 67"/>
                  <a:gd name="T11" fmla="*/ 5 h 11"/>
                  <a:gd name="T12" fmla="*/ 61 w 67"/>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67" h="11">
                    <a:moveTo>
                      <a:pt x="61" y="0"/>
                    </a:moveTo>
                    <a:cubicBezTo>
                      <a:pt x="6" y="0"/>
                      <a:pt x="6" y="0"/>
                      <a:pt x="6" y="0"/>
                    </a:cubicBezTo>
                    <a:cubicBezTo>
                      <a:pt x="3" y="0"/>
                      <a:pt x="0" y="2"/>
                      <a:pt x="0" y="5"/>
                    </a:cubicBezTo>
                    <a:cubicBezTo>
                      <a:pt x="0" y="8"/>
                      <a:pt x="3" y="11"/>
                      <a:pt x="6" y="11"/>
                    </a:cubicBezTo>
                    <a:cubicBezTo>
                      <a:pt x="61" y="11"/>
                      <a:pt x="61" y="11"/>
                      <a:pt x="61" y="11"/>
                    </a:cubicBezTo>
                    <a:cubicBezTo>
                      <a:pt x="64" y="11"/>
                      <a:pt x="67" y="8"/>
                      <a:pt x="67" y="5"/>
                    </a:cubicBezTo>
                    <a:cubicBezTo>
                      <a:pt x="67" y="2"/>
                      <a:pt x="64" y="0"/>
                      <a:pt x="61"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99" name="Freeform 94"/>
              <p:cNvSpPr/>
              <p:nvPr/>
            </p:nvSpPr>
            <p:spPr bwMode="auto">
              <a:xfrm>
                <a:off x="2638867" y="5012196"/>
                <a:ext cx="64138" cy="16035"/>
              </a:xfrm>
              <a:custGeom>
                <a:avLst/>
                <a:gdLst>
                  <a:gd name="T0" fmla="*/ 32 w 37"/>
                  <a:gd name="T1" fmla="*/ 0 h 9"/>
                  <a:gd name="T2" fmla="*/ 5 w 37"/>
                  <a:gd name="T3" fmla="*/ 0 h 9"/>
                  <a:gd name="T4" fmla="*/ 0 w 37"/>
                  <a:gd name="T5" fmla="*/ 5 h 9"/>
                  <a:gd name="T6" fmla="*/ 5 w 37"/>
                  <a:gd name="T7" fmla="*/ 9 h 9"/>
                  <a:gd name="T8" fmla="*/ 32 w 37"/>
                  <a:gd name="T9" fmla="*/ 9 h 9"/>
                  <a:gd name="T10" fmla="*/ 37 w 37"/>
                  <a:gd name="T11" fmla="*/ 5 h 9"/>
                  <a:gd name="T12" fmla="*/ 32 w 37"/>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37" h="9">
                    <a:moveTo>
                      <a:pt x="32" y="0"/>
                    </a:moveTo>
                    <a:cubicBezTo>
                      <a:pt x="5" y="0"/>
                      <a:pt x="5" y="0"/>
                      <a:pt x="5" y="0"/>
                    </a:cubicBezTo>
                    <a:cubicBezTo>
                      <a:pt x="2" y="0"/>
                      <a:pt x="0" y="2"/>
                      <a:pt x="0" y="5"/>
                    </a:cubicBezTo>
                    <a:cubicBezTo>
                      <a:pt x="0" y="7"/>
                      <a:pt x="2" y="9"/>
                      <a:pt x="5" y="9"/>
                    </a:cubicBezTo>
                    <a:cubicBezTo>
                      <a:pt x="32" y="9"/>
                      <a:pt x="32" y="9"/>
                      <a:pt x="32" y="9"/>
                    </a:cubicBezTo>
                    <a:cubicBezTo>
                      <a:pt x="35" y="9"/>
                      <a:pt x="37" y="7"/>
                      <a:pt x="37" y="5"/>
                    </a:cubicBezTo>
                    <a:cubicBezTo>
                      <a:pt x="37" y="2"/>
                      <a:pt x="35" y="0"/>
                      <a:pt x="32"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sp>
          <p:nvSpPr>
            <p:cNvPr id="27731" name="Freeform 95"/>
            <p:cNvSpPr>
              <a:spLocks noEditPoints="1"/>
            </p:cNvSpPr>
            <p:nvPr/>
          </p:nvSpPr>
          <p:spPr>
            <a:xfrm>
              <a:off x="2617002" y="2764460"/>
              <a:ext cx="187311" cy="244889"/>
            </a:xfrm>
            <a:custGeom>
              <a:avLst/>
              <a:gdLst/>
              <a:ahLst/>
              <a:cxnLst>
                <a:cxn ang="0">
                  <a:pos x="182209" y="220837"/>
                </a:cxn>
                <a:cxn ang="0">
                  <a:pos x="101308" y="184396"/>
                </a:cxn>
                <a:cxn ang="0">
                  <a:pos x="166904" y="32798"/>
                </a:cxn>
                <a:cxn ang="0">
                  <a:pos x="68511" y="170548"/>
                </a:cxn>
                <a:cxn ang="0">
                  <a:pos x="0" y="139937"/>
                </a:cxn>
                <a:cxn ang="0">
                  <a:pos x="187311" y="0"/>
                </a:cxn>
                <a:cxn ang="0">
                  <a:pos x="182209" y="220837"/>
                </a:cxn>
                <a:cxn ang="0">
                  <a:pos x="77257" y="244889"/>
                </a:cxn>
                <a:cxn ang="0">
                  <a:pos x="64866" y="193142"/>
                </a:cxn>
                <a:cxn ang="0">
                  <a:pos x="111512" y="210634"/>
                </a:cxn>
                <a:cxn ang="0">
                  <a:pos x="77257" y="244889"/>
                </a:cxn>
              </a:cxnLst>
              <a:pathLst>
                <a:path w="257" h="336">
                  <a:moveTo>
                    <a:pt x="250" y="303"/>
                  </a:moveTo>
                  <a:lnTo>
                    <a:pt x="139" y="253"/>
                  </a:lnTo>
                  <a:lnTo>
                    <a:pt x="229" y="45"/>
                  </a:lnTo>
                  <a:lnTo>
                    <a:pt x="94" y="234"/>
                  </a:lnTo>
                  <a:lnTo>
                    <a:pt x="0" y="192"/>
                  </a:lnTo>
                  <a:lnTo>
                    <a:pt x="257" y="0"/>
                  </a:lnTo>
                  <a:lnTo>
                    <a:pt x="250" y="303"/>
                  </a:lnTo>
                  <a:close/>
                  <a:moveTo>
                    <a:pt x="106" y="336"/>
                  </a:moveTo>
                  <a:lnTo>
                    <a:pt x="89" y="265"/>
                  </a:lnTo>
                  <a:lnTo>
                    <a:pt x="153" y="289"/>
                  </a:lnTo>
                  <a:lnTo>
                    <a:pt x="106" y="336"/>
                  </a:lnTo>
                  <a:close/>
                </a:path>
              </a:pathLst>
            </a:custGeom>
            <a:solidFill>
              <a:srgbClr val="00BE9C"/>
            </a:solidFill>
            <a:ln w="9525">
              <a:noFill/>
            </a:ln>
          </p:spPr>
          <p:txBody>
            <a:bodyPr/>
            <a:p>
              <a:endParaRPr lang="en-US"/>
            </a:p>
          </p:txBody>
        </p:sp>
        <p:sp>
          <p:nvSpPr>
            <p:cNvPr id="27732" name="Freeform 96"/>
            <p:cNvSpPr>
              <a:spLocks noEditPoints="1"/>
            </p:cNvSpPr>
            <p:nvPr/>
          </p:nvSpPr>
          <p:spPr>
            <a:xfrm>
              <a:off x="3608221" y="2682101"/>
              <a:ext cx="174192" cy="173464"/>
            </a:xfrm>
            <a:custGeom>
              <a:avLst/>
              <a:gdLst/>
              <a:ahLst/>
              <a:cxnLst>
                <a:cxn ang="0">
                  <a:pos x="25870" y="130527"/>
                </a:cxn>
                <a:cxn ang="0">
                  <a:pos x="17247" y="139115"/>
                </a:cxn>
                <a:cxn ang="0">
                  <a:pos x="36218" y="159724"/>
                </a:cxn>
                <a:cxn ang="0">
                  <a:pos x="44842" y="149419"/>
                </a:cxn>
                <a:cxn ang="0">
                  <a:pos x="74161" y="161442"/>
                </a:cxn>
                <a:cxn ang="0">
                  <a:pos x="74161" y="173464"/>
                </a:cxn>
                <a:cxn ang="0">
                  <a:pos x="101756" y="173464"/>
                </a:cxn>
                <a:cxn ang="0">
                  <a:pos x="101756" y="161442"/>
                </a:cxn>
                <a:cxn ang="0">
                  <a:pos x="131075" y="147702"/>
                </a:cxn>
                <a:cxn ang="0">
                  <a:pos x="139699" y="158007"/>
                </a:cxn>
                <a:cxn ang="0">
                  <a:pos x="158670" y="137397"/>
                </a:cxn>
                <a:cxn ang="0">
                  <a:pos x="150047" y="128810"/>
                </a:cxn>
                <a:cxn ang="0">
                  <a:pos x="162119" y="99613"/>
                </a:cxn>
                <a:cxn ang="0">
                  <a:pos x="174192" y="99613"/>
                </a:cxn>
                <a:cxn ang="0">
                  <a:pos x="174192" y="72134"/>
                </a:cxn>
                <a:cxn ang="0">
                  <a:pos x="160395" y="72134"/>
                </a:cxn>
                <a:cxn ang="0">
                  <a:pos x="148322" y="44654"/>
                </a:cxn>
                <a:cxn ang="0">
                  <a:pos x="158670" y="34349"/>
                </a:cxn>
                <a:cxn ang="0">
                  <a:pos x="137974" y="15457"/>
                </a:cxn>
                <a:cxn ang="0">
                  <a:pos x="129350" y="24045"/>
                </a:cxn>
                <a:cxn ang="0">
                  <a:pos x="100031" y="13740"/>
                </a:cxn>
                <a:cxn ang="0">
                  <a:pos x="100031" y="0"/>
                </a:cxn>
                <a:cxn ang="0">
                  <a:pos x="72436" y="0"/>
                </a:cxn>
                <a:cxn ang="0">
                  <a:pos x="72436" y="13740"/>
                </a:cxn>
                <a:cxn ang="0">
                  <a:pos x="43117" y="25762"/>
                </a:cxn>
                <a:cxn ang="0">
                  <a:pos x="34493" y="17175"/>
                </a:cxn>
                <a:cxn ang="0">
                  <a:pos x="15522" y="36067"/>
                </a:cxn>
                <a:cxn ang="0">
                  <a:pos x="24145" y="46372"/>
                </a:cxn>
                <a:cxn ang="0">
                  <a:pos x="13797" y="73851"/>
                </a:cxn>
                <a:cxn ang="0">
                  <a:pos x="0" y="75568"/>
                </a:cxn>
                <a:cxn ang="0">
                  <a:pos x="0" y="101330"/>
                </a:cxn>
                <a:cxn ang="0">
                  <a:pos x="13797" y="101330"/>
                </a:cxn>
                <a:cxn ang="0">
                  <a:pos x="25870" y="130527"/>
                </a:cxn>
                <a:cxn ang="0">
                  <a:pos x="86234" y="32632"/>
                </a:cxn>
                <a:cxn ang="0">
                  <a:pos x="143148" y="85873"/>
                </a:cxn>
                <a:cxn ang="0">
                  <a:pos x="87958" y="142550"/>
                </a:cxn>
                <a:cxn ang="0">
                  <a:pos x="31044" y="87591"/>
                </a:cxn>
                <a:cxn ang="0">
                  <a:pos x="86234" y="32632"/>
                </a:cxn>
              </a:cxnLst>
              <a:pathLst>
                <a:path w="101" h="101">
                  <a:moveTo>
                    <a:pt x="15" y="76"/>
                  </a:moveTo>
                  <a:cubicBezTo>
                    <a:pt x="10" y="81"/>
                    <a:pt x="10" y="81"/>
                    <a:pt x="10" y="81"/>
                  </a:cubicBezTo>
                  <a:cubicBezTo>
                    <a:pt x="21" y="93"/>
                    <a:pt x="21" y="93"/>
                    <a:pt x="21" y="93"/>
                  </a:cubicBezTo>
                  <a:cubicBezTo>
                    <a:pt x="26" y="87"/>
                    <a:pt x="26" y="87"/>
                    <a:pt x="26" y="87"/>
                  </a:cubicBezTo>
                  <a:cubicBezTo>
                    <a:pt x="31" y="90"/>
                    <a:pt x="37" y="93"/>
                    <a:pt x="43" y="94"/>
                  </a:cubicBezTo>
                  <a:cubicBezTo>
                    <a:pt x="43" y="101"/>
                    <a:pt x="43" y="101"/>
                    <a:pt x="43" y="101"/>
                  </a:cubicBezTo>
                  <a:cubicBezTo>
                    <a:pt x="59" y="101"/>
                    <a:pt x="59" y="101"/>
                    <a:pt x="59" y="101"/>
                  </a:cubicBezTo>
                  <a:cubicBezTo>
                    <a:pt x="59" y="94"/>
                    <a:pt x="59" y="94"/>
                    <a:pt x="59" y="94"/>
                  </a:cubicBezTo>
                  <a:cubicBezTo>
                    <a:pt x="65" y="92"/>
                    <a:pt x="71" y="90"/>
                    <a:pt x="76" y="86"/>
                  </a:cubicBezTo>
                  <a:cubicBezTo>
                    <a:pt x="81" y="92"/>
                    <a:pt x="81" y="92"/>
                    <a:pt x="81" y="92"/>
                  </a:cubicBezTo>
                  <a:cubicBezTo>
                    <a:pt x="92" y="80"/>
                    <a:pt x="92" y="80"/>
                    <a:pt x="92" y="80"/>
                  </a:cubicBezTo>
                  <a:cubicBezTo>
                    <a:pt x="87" y="75"/>
                    <a:pt x="87" y="75"/>
                    <a:pt x="87" y="75"/>
                  </a:cubicBezTo>
                  <a:cubicBezTo>
                    <a:pt x="90" y="70"/>
                    <a:pt x="93" y="64"/>
                    <a:pt x="94" y="58"/>
                  </a:cubicBezTo>
                  <a:cubicBezTo>
                    <a:pt x="101" y="58"/>
                    <a:pt x="101" y="58"/>
                    <a:pt x="101" y="58"/>
                  </a:cubicBezTo>
                  <a:cubicBezTo>
                    <a:pt x="101" y="42"/>
                    <a:pt x="101" y="42"/>
                    <a:pt x="101" y="42"/>
                  </a:cubicBezTo>
                  <a:cubicBezTo>
                    <a:pt x="93" y="42"/>
                    <a:pt x="93" y="42"/>
                    <a:pt x="93" y="42"/>
                  </a:cubicBezTo>
                  <a:cubicBezTo>
                    <a:pt x="92" y="36"/>
                    <a:pt x="90" y="30"/>
                    <a:pt x="86" y="26"/>
                  </a:cubicBezTo>
                  <a:cubicBezTo>
                    <a:pt x="92" y="20"/>
                    <a:pt x="92" y="20"/>
                    <a:pt x="92" y="20"/>
                  </a:cubicBezTo>
                  <a:cubicBezTo>
                    <a:pt x="80" y="9"/>
                    <a:pt x="80" y="9"/>
                    <a:pt x="80" y="9"/>
                  </a:cubicBezTo>
                  <a:cubicBezTo>
                    <a:pt x="75" y="14"/>
                    <a:pt x="75" y="14"/>
                    <a:pt x="75" y="14"/>
                  </a:cubicBezTo>
                  <a:cubicBezTo>
                    <a:pt x="70" y="11"/>
                    <a:pt x="64" y="9"/>
                    <a:pt x="58" y="8"/>
                  </a:cubicBezTo>
                  <a:cubicBezTo>
                    <a:pt x="58" y="0"/>
                    <a:pt x="58" y="0"/>
                    <a:pt x="58" y="0"/>
                  </a:cubicBezTo>
                  <a:cubicBezTo>
                    <a:pt x="42" y="0"/>
                    <a:pt x="42" y="0"/>
                    <a:pt x="42" y="0"/>
                  </a:cubicBezTo>
                  <a:cubicBezTo>
                    <a:pt x="42" y="8"/>
                    <a:pt x="42" y="8"/>
                    <a:pt x="42" y="8"/>
                  </a:cubicBezTo>
                  <a:cubicBezTo>
                    <a:pt x="36" y="9"/>
                    <a:pt x="30" y="12"/>
                    <a:pt x="25" y="15"/>
                  </a:cubicBezTo>
                  <a:cubicBezTo>
                    <a:pt x="20" y="10"/>
                    <a:pt x="20" y="10"/>
                    <a:pt x="20" y="10"/>
                  </a:cubicBezTo>
                  <a:cubicBezTo>
                    <a:pt x="9" y="21"/>
                    <a:pt x="9" y="21"/>
                    <a:pt x="9" y="21"/>
                  </a:cubicBezTo>
                  <a:cubicBezTo>
                    <a:pt x="14" y="27"/>
                    <a:pt x="14" y="27"/>
                    <a:pt x="14" y="27"/>
                  </a:cubicBezTo>
                  <a:cubicBezTo>
                    <a:pt x="11" y="32"/>
                    <a:pt x="9" y="37"/>
                    <a:pt x="8" y="43"/>
                  </a:cubicBezTo>
                  <a:cubicBezTo>
                    <a:pt x="0" y="44"/>
                    <a:pt x="0" y="44"/>
                    <a:pt x="0" y="44"/>
                  </a:cubicBezTo>
                  <a:cubicBezTo>
                    <a:pt x="0" y="59"/>
                    <a:pt x="0" y="59"/>
                    <a:pt x="0" y="59"/>
                  </a:cubicBezTo>
                  <a:cubicBezTo>
                    <a:pt x="8" y="59"/>
                    <a:pt x="8" y="59"/>
                    <a:pt x="8" y="59"/>
                  </a:cubicBezTo>
                  <a:cubicBezTo>
                    <a:pt x="9" y="65"/>
                    <a:pt x="11" y="71"/>
                    <a:pt x="15" y="76"/>
                  </a:cubicBezTo>
                  <a:moveTo>
                    <a:pt x="50" y="19"/>
                  </a:moveTo>
                  <a:cubicBezTo>
                    <a:pt x="68" y="18"/>
                    <a:pt x="83" y="32"/>
                    <a:pt x="83" y="50"/>
                  </a:cubicBezTo>
                  <a:cubicBezTo>
                    <a:pt x="83" y="68"/>
                    <a:pt x="69" y="83"/>
                    <a:pt x="51" y="83"/>
                  </a:cubicBezTo>
                  <a:cubicBezTo>
                    <a:pt x="33" y="83"/>
                    <a:pt x="19" y="69"/>
                    <a:pt x="18" y="51"/>
                  </a:cubicBezTo>
                  <a:cubicBezTo>
                    <a:pt x="18" y="33"/>
                    <a:pt x="32" y="19"/>
                    <a:pt x="50" y="19"/>
                  </a:cubicBezTo>
                </a:path>
              </a:pathLst>
            </a:custGeom>
            <a:solidFill>
              <a:srgbClr val="F9A715"/>
            </a:solidFill>
            <a:ln w="9525">
              <a:noFill/>
            </a:ln>
          </p:spPr>
          <p:txBody>
            <a:bodyPr/>
            <a:p>
              <a:endParaRPr lang="en-US"/>
            </a:p>
          </p:txBody>
        </p:sp>
        <p:sp>
          <p:nvSpPr>
            <p:cNvPr id="27733" name="Freeform 97"/>
            <p:cNvSpPr>
              <a:spLocks noEditPoints="1"/>
            </p:cNvSpPr>
            <p:nvPr/>
          </p:nvSpPr>
          <p:spPr>
            <a:xfrm>
              <a:off x="3740869" y="2602658"/>
              <a:ext cx="117343" cy="117343"/>
            </a:xfrm>
            <a:custGeom>
              <a:avLst/>
              <a:gdLst/>
              <a:ahLst/>
              <a:cxnLst>
                <a:cxn ang="0">
                  <a:pos x="108715" y="48318"/>
                </a:cxn>
                <a:cxn ang="0">
                  <a:pos x="117343" y="44866"/>
                </a:cxn>
                <a:cxn ang="0">
                  <a:pos x="108715" y="24159"/>
                </a:cxn>
                <a:cxn ang="0">
                  <a:pos x="100087" y="27610"/>
                </a:cxn>
                <a:cxn ang="0">
                  <a:pos x="86282" y="15531"/>
                </a:cxn>
                <a:cxn ang="0">
                  <a:pos x="89733" y="6903"/>
                </a:cxn>
                <a:cxn ang="0">
                  <a:pos x="69025" y="0"/>
                </a:cxn>
                <a:cxn ang="0">
                  <a:pos x="65574" y="6903"/>
                </a:cxn>
                <a:cxn ang="0">
                  <a:pos x="48318" y="8628"/>
                </a:cxn>
                <a:cxn ang="0">
                  <a:pos x="44866" y="0"/>
                </a:cxn>
                <a:cxn ang="0">
                  <a:pos x="24159" y="8628"/>
                </a:cxn>
                <a:cxn ang="0">
                  <a:pos x="27610" y="17256"/>
                </a:cxn>
                <a:cxn ang="0">
                  <a:pos x="15531" y="29336"/>
                </a:cxn>
                <a:cxn ang="0">
                  <a:pos x="6903" y="27610"/>
                </a:cxn>
                <a:cxn ang="0">
                  <a:pos x="0" y="46592"/>
                </a:cxn>
                <a:cxn ang="0">
                  <a:pos x="6903" y="50043"/>
                </a:cxn>
                <a:cxn ang="0">
                  <a:pos x="8628" y="69025"/>
                </a:cxn>
                <a:cxn ang="0">
                  <a:pos x="0" y="72477"/>
                </a:cxn>
                <a:cxn ang="0">
                  <a:pos x="8628" y="93184"/>
                </a:cxn>
                <a:cxn ang="0">
                  <a:pos x="17256" y="88007"/>
                </a:cxn>
                <a:cxn ang="0">
                  <a:pos x="31061" y="101812"/>
                </a:cxn>
                <a:cxn ang="0">
                  <a:pos x="27610" y="110440"/>
                </a:cxn>
                <a:cxn ang="0">
                  <a:pos x="48318" y="117343"/>
                </a:cxn>
                <a:cxn ang="0">
                  <a:pos x="50043" y="108715"/>
                </a:cxn>
                <a:cxn ang="0">
                  <a:pos x="69025" y="108715"/>
                </a:cxn>
                <a:cxn ang="0">
                  <a:pos x="72477" y="117343"/>
                </a:cxn>
                <a:cxn ang="0">
                  <a:pos x="93184" y="108715"/>
                </a:cxn>
                <a:cxn ang="0">
                  <a:pos x="89733" y="100087"/>
                </a:cxn>
                <a:cxn ang="0">
                  <a:pos x="101812" y="86282"/>
                </a:cxn>
                <a:cxn ang="0">
                  <a:pos x="110440" y="89733"/>
                </a:cxn>
                <a:cxn ang="0">
                  <a:pos x="117343" y="69025"/>
                </a:cxn>
                <a:cxn ang="0">
                  <a:pos x="108715" y="65574"/>
                </a:cxn>
                <a:cxn ang="0">
                  <a:pos x="108715" y="48318"/>
                </a:cxn>
                <a:cxn ang="0">
                  <a:pos x="72477" y="89733"/>
                </a:cxn>
                <a:cxn ang="0">
                  <a:pos x="58672" y="93184"/>
                </a:cxn>
                <a:cxn ang="0">
                  <a:pos x="27610" y="72477"/>
                </a:cxn>
                <a:cxn ang="0">
                  <a:pos x="44866" y="27610"/>
                </a:cxn>
                <a:cxn ang="0">
                  <a:pos x="58672" y="24159"/>
                </a:cxn>
                <a:cxn ang="0">
                  <a:pos x="89733" y="44866"/>
                </a:cxn>
                <a:cxn ang="0">
                  <a:pos x="72477" y="89733"/>
                </a:cxn>
              </a:cxnLst>
              <a:pathLst>
                <a:path w="68" h="68">
                  <a:moveTo>
                    <a:pt x="63" y="28"/>
                  </a:moveTo>
                  <a:cubicBezTo>
                    <a:pt x="68" y="26"/>
                    <a:pt x="68" y="26"/>
                    <a:pt x="68" y="26"/>
                  </a:cubicBezTo>
                  <a:cubicBezTo>
                    <a:pt x="63" y="14"/>
                    <a:pt x="63" y="14"/>
                    <a:pt x="63" y="14"/>
                  </a:cubicBezTo>
                  <a:cubicBezTo>
                    <a:pt x="58" y="16"/>
                    <a:pt x="58" y="16"/>
                    <a:pt x="58" y="16"/>
                  </a:cubicBezTo>
                  <a:cubicBezTo>
                    <a:pt x="56" y="13"/>
                    <a:pt x="53" y="11"/>
                    <a:pt x="50" y="9"/>
                  </a:cubicBezTo>
                  <a:cubicBezTo>
                    <a:pt x="52" y="4"/>
                    <a:pt x="52" y="4"/>
                    <a:pt x="52" y="4"/>
                  </a:cubicBezTo>
                  <a:cubicBezTo>
                    <a:pt x="40" y="0"/>
                    <a:pt x="40" y="0"/>
                    <a:pt x="40" y="0"/>
                  </a:cubicBezTo>
                  <a:cubicBezTo>
                    <a:pt x="38" y="4"/>
                    <a:pt x="38" y="4"/>
                    <a:pt x="38" y="4"/>
                  </a:cubicBezTo>
                  <a:cubicBezTo>
                    <a:pt x="35" y="4"/>
                    <a:pt x="31" y="4"/>
                    <a:pt x="28" y="5"/>
                  </a:cubicBezTo>
                  <a:cubicBezTo>
                    <a:pt x="26" y="0"/>
                    <a:pt x="26" y="0"/>
                    <a:pt x="26" y="0"/>
                  </a:cubicBezTo>
                  <a:cubicBezTo>
                    <a:pt x="14" y="5"/>
                    <a:pt x="14" y="5"/>
                    <a:pt x="14" y="5"/>
                  </a:cubicBezTo>
                  <a:cubicBezTo>
                    <a:pt x="16" y="10"/>
                    <a:pt x="16" y="10"/>
                    <a:pt x="16" y="10"/>
                  </a:cubicBezTo>
                  <a:cubicBezTo>
                    <a:pt x="13" y="12"/>
                    <a:pt x="11" y="14"/>
                    <a:pt x="9" y="17"/>
                  </a:cubicBezTo>
                  <a:cubicBezTo>
                    <a:pt x="4" y="16"/>
                    <a:pt x="4" y="16"/>
                    <a:pt x="4" y="16"/>
                  </a:cubicBezTo>
                  <a:cubicBezTo>
                    <a:pt x="0" y="27"/>
                    <a:pt x="0" y="27"/>
                    <a:pt x="0" y="27"/>
                  </a:cubicBezTo>
                  <a:cubicBezTo>
                    <a:pt x="4" y="29"/>
                    <a:pt x="4" y="29"/>
                    <a:pt x="4" y="29"/>
                  </a:cubicBezTo>
                  <a:cubicBezTo>
                    <a:pt x="4" y="33"/>
                    <a:pt x="4" y="36"/>
                    <a:pt x="5" y="40"/>
                  </a:cubicBezTo>
                  <a:cubicBezTo>
                    <a:pt x="0" y="42"/>
                    <a:pt x="0" y="42"/>
                    <a:pt x="0" y="42"/>
                  </a:cubicBezTo>
                  <a:cubicBezTo>
                    <a:pt x="5" y="54"/>
                    <a:pt x="5" y="54"/>
                    <a:pt x="5" y="54"/>
                  </a:cubicBezTo>
                  <a:cubicBezTo>
                    <a:pt x="10" y="51"/>
                    <a:pt x="10" y="51"/>
                    <a:pt x="10" y="51"/>
                  </a:cubicBezTo>
                  <a:cubicBezTo>
                    <a:pt x="12" y="54"/>
                    <a:pt x="15" y="57"/>
                    <a:pt x="18" y="59"/>
                  </a:cubicBezTo>
                  <a:cubicBezTo>
                    <a:pt x="16" y="64"/>
                    <a:pt x="16" y="64"/>
                    <a:pt x="16" y="64"/>
                  </a:cubicBezTo>
                  <a:cubicBezTo>
                    <a:pt x="28" y="68"/>
                    <a:pt x="28" y="68"/>
                    <a:pt x="28" y="68"/>
                  </a:cubicBezTo>
                  <a:cubicBezTo>
                    <a:pt x="29" y="63"/>
                    <a:pt x="29" y="63"/>
                    <a:pt x="29" y="63"/>
                  </a:cubicBezTo>
                  <a:cubicBezTo>
                    <a:pt x="33" y="64"/>
                    <a:pt x="37" y="64"/>
                    <a:pt x="40" y="63"/>
                  </a:cubicBezTo>
                  <a:cubicBezTo>
                    <a:pt x="42" y="68"/>
                    <a:pt x="42" y="68"/>
                    <a:pt x="42" y="68"/>
                  </a:cubicBezTo>
                  <a:cubicBezTo>
                    <a:pt x="54" y="63"/>
                    <a:pt x="54" y="63"/>
                    <a:pt x="54" y="63"/>
                  </a:cubicBezTo>
                  <a:cubicBezTo>
                    <a:pt x="52" y="58"/>
                    <a:pt x="52" y="58"/>
                    <a:pt x="52" y="58"/>
                  </a:cubicBezTo>
                  <a:cubicBezTo>
                    <a:pt x="54" y="56"/>
                    <a:pt x="57" y="53"/>
                    <a:pt x="59" y="50"/>
                  </a:cubicBezTo>
                  <a:cubicBezTo>
                    <a:pt x="64" y="52"/>
                    <a:pt x="64" y="52"/>
                    <a:pt x="64" y="52"/>
                  </a:cubicBezTo>
                  <a:cubicBezTo>
                    <a:pt x="68" y="40"/>
                    <a:pt x="68" y="40"/>
                    <a:pt x="68" y="40"/>
                  </a:cubicBezTo>
                  <a:cubicBezTo>
                    <a:pt x="63" y="38"/>
                    <a:pt x="63" y="38"/>
                    <a:pt x="63" y="38"/>
                  </a:cubicBezTo>
                  <a:cubicBezTo>
                    <a:pt x="64" y="35"/>
                    <a:pt x="64" y="31"/>
                    <a:pt x="63" y="28"/>
                  </a:cubicBezTo>
                  <a:moveTo>
                    <a:pt x="42" y="52"/>
                  </a:moveTo>
                  <a:cubicBezTo>
                    <a:pt x="40" y="53"/>
                    <a:pt x="37" y="54"/>
                    <a:pt x="34" y="54"/>
                  </a:cubicBezTo>
                  <a:cubicBezTo>
                    <a:pt x="26" y="54"/>
                    <a:pt x="19" y="49"/>
                    <a:pt x="16" y="42"/>
                  </a:cubicBezTo>
                  <a:cubicBezTo>
                    <a:pt x="11" y="32"/>
                    <a:pt x="16" y="20"/>
                    <a:pt x="26" y="16"/>
                  </a:cubicBezTo>
                  <a:cubicBezTo>
                    <a:pt x="28" y="14"/>
                    <a:pt x="31" y="14"/>
                    <a:pt x="34" y="14"/>
                  </a:cubicBezTo>
                  <a:cubicBezTo>
                    <a:pt x="42" y="14"/>
                    <a:pt x="49" y="18"/>
                    <a:pt x="52" y="26"/>
                  </a:cubicBezTo>
                  <a:cubicBezTo>
                    <a:pt x="57" y="36"/>
                    <a:pt x="52" y="48"/>
                    <a:pt x="42" y="52"/>
                  </a:cubicBezTo>
                </a:path>
              </a:pathLst>
            </a:custGeom>
            <a:solidFill>
              <a:srgbClr val="F9A715"/>
            </a:solidFill>
            <a:ln w="9525">
              <a:noFill/>
            </a:ln>
          </p:spPr>
          <p:txBody>
            <a:bodyPr/>
            <a:p>
              <a:endParaRPr lang="en-US"/>
            </a:p>
          </p:txBody>
        </p:sp>
        <p:sp>
          <p:nvSpPr>
            <p:cNvPr id="27734" name="Freeform 98"/>
            <p:cNvSpPr/>
            <p:nvPr/>
          </p:nvSpPr>
          <p:spPr>
            <a:xfrm>
              <a:off x="3511286" y="4724304"/>
              <a:ext cx="191685" cy="224482"/>
            </a:xfrm>
            <a:custGeom>
              <a:avLst/>
              <a:gdLst/>
              <a:ahLst/>
              <a:cxnLst>
                <a:cxn ang="0">
                  <a:pos x="122609" y="195127"/>
                </a:cxn>
                <a:cxn ang="0">
                  <a:pos x="176143" y="94973"/>
                </a:cxn>
                <a:cxn ang="0">
                  <a:pos x="158874" y="24175"/>
                </a:cxn>
                <a:cxn ang="0">
                  <a:pos x="139878" y="13814"/>
                </a:cxn>
                <a:cxn ang="0">
                  <a:pos x="70803" y="39716"/>
                </a:cxn>
                <a:cxn ang="0">
                  <a:pos x="12088" y="150230"/>
                </a:cxn>
                <a:cxn ang="0">
                  <a:pos x="31084" y="212395"/>
                </a:cxn>
                <a:cxn ang="0">
                  <a:pos x="31084" y="212395"/>
                </a:cxn>
                <a:cxn ang="0">
                  <a:pos x="93252" y="195127"/>
                </a:cxn>
                <a:cxn ang="0">
                  <a:pos x="134698" y="117421"/>
                </a:cxn>
                <a:cxn ang="0">
                  <a:pos x="122609" y="72525"/>
                </a:cxn>
                <a:cxn ang="0">
                  <a:pos x="119156" y="72525"/>
                </a:cxn>
                <a:cxn ang="0">
                  <a:pos x="75983" y="86339"/>
                </a:cxn>
                <a:cxn ang="0">
                  <a:pos x="43172" y="150230"/>
                </a:cxn>
                <a:cxn ang="0">
                  <a:pos x="56987" y="158864"/>
                </a:cxn>
                <a:cxn ang="0">
                  <a:pos x="91525" y="94973"/>
                </a:cxn>
                <a:cxn ang="0">
                  <a:pos x="110521" y="86339"/>
                </a:cxn>
                <a:cxn ang="0">
                  <a:pos x="113975" y="88066"/>
                </a:cxn>
                <a:cxn ang="0">
                  <a:pos x="119156" y="108787"/>
                </a:cxn>
                <a:cxn ang="0">
                  <a:pos x="79437" y="186493"/>
                </a:cxn>
                <a:cxn ang="0">
                  <a:pos x="39719" y="198580"/>
                </a:cxn>
                <a:cxn ang="0">
                  <a:pos x="24176" y="179586"/>
                </a:cxn>
                <a:cxn ang="0">
                  <a:pos x="31084" y="151957"/>
                </a:cxn>
                <a:cxn ang="0">
                  <a:pos x="86345" y="46623"/>
                </a:cxn>
                <a:cxn ang="0">
                  <a:pos x="131244" y="29355"/>
                </a:cxn>
                <a:cxn ang="0">
                  <a:pos x="150240" y="39716"/>
                </a:cxn>
                <a:cxn ang="0">
                  <a:pos x="160601" y="86339"/>
                </a:cxn>
                <a:cxn ang="0">
                  <a:pos x="107067" y="186493"/>
                </a:cxn>
                <a:cxn ang="0">
                  <a:pos x="122609" y="195127"/>
                </a:cxn>
              </a:cxnLst>
              <a:pathLst>
                <a:path w="111" h="130">
                  <a:moveTo>
                    <a:pt x="71" y="113"/>
                  </a:moveTo>
                  <a:cubicBezTo>
                    <a:pt x="102" y="55"/>
                    <a:pt x="102" y="55"/>
                    <a:pt x="102" y="55"/>
                  </a:cubicBezTo>
                  <a:cubicBezTo>
                    <a:pt x="111" y="39"/>
                    <a:pt x="107" y="22"/>
                    <a:pt x="92" y="14"/>
                  </a:cubicBezTo>
                  <a:cubicBezTo>
                    <a:pt x="81" y="8"/>
                    <a:pt x="81" y="8"/>
                    <a:pt x="81" y="8"/>
                  </a:cubicBezTo>
                  <a:cubicBezTo>
                    <a:pt x="66" y="0"/>
                    <a:pt x="50" y="6"/>
                    <a:pt x="41" y="23"/>
                  </a:cubicBezTo>
                  <a:cubicBezTo>
                    <a:pt x="7" y="87"/>
                    <a:pt x="7" y="87"/>
                    <a:pt x="7" y="87"/>
                  </a:cubicBezTo>
                  <a:cubicBezTo>
                    <a:pt x="0" y="100"/>
                    <a:pt x="5" y="116"/>
                    <a:pt x="18" y="123"/>
                  </a:cubicBezTo>
                  <a:cubicBezTo>
                    <a:pt x="18" y="123"/>
                    <a:pt x="18" y="123"/>
                    <a:pt x="18" y="123"/>
                  </a:cubicBezTo>
                  <a:cubicBezTo>
                    <a:pt x="31" y="130"/>
                    <a:pt x="47" y="125"/>
                    <a:pt x="54" y="113"/>
                  </a:cubicBezTo>
                  <a:cubicBezTo>
                    <a:pt x="78" y="68"/>
                    <a:pt x="78" y="68"/>
                    <a:pt x="78" y="68"/>
                  </a:cubicBezTo>
                  <a:cubicBezTo>
                    <a:pt x="83" y="58"/>
                    <a:pt x="80" y="47"/>
                    <a:pt x="71" y="42"/>
                  </a:cubicBezTo>
                  <a:cubicBezTo>
                    <a:pt x="69" y="42"/>
                    <a:pt x="69" y="42"/>
                    <a:pt x="69" y="42"/>
                  </a:cubicBezTo>
                  <a:cubicBezTo>
                    <a:pt x="60" y="37"/>
                    <a:pt x="50" y="40"/>
                    <a:pt x="44" y="50"/>
                  </a:cubicBezTo>
                  <a:cubicBezTo>
                    <a:pt x="25" y="87"/>
                    <a:pt x="25" y="87"/>
                    <a:pt x="25" y="87"/>
                  </a:cubicBezTo>
                  <a:cubicBezTo>
                    <a:pt x="33" y="92"/>
                    <a:pt x="33" y="92"/>
                    <a:pt x="33" y="92"/>
                  </a:cubicBezTo>
                  <a:cubicBezTo>
                    <a:pt x="53" y="55"/>
                    <a:pt x="53" y="55"/>
                    <a:pt x="53" y="55"/>
                  </a:cubicBezTo>
                  <a:cubicBezTo>
                    <a:pt x="55" y="51"/>
                    <a:pt x="60" y="48"/>
                    <a:pt x="64" y="50"/>
                  </a:cubicBezTo>
                  <a:cubicBezTo>
                    <a:pt x="66" y="51"/>
                    <a:pt x="66" y="51"/>
                    <a:pt x="66" y="51"/>
                  </a:cubicBezTo>
                  <a:cubicBezTo>
                    <a:pt x="70" y="54"/>
                    <a:pt x="72" y="59"/>
                    <a:pt x="69" y="63"/>
                  </a:cubicBezTo>
                  <a:cubicBezTo>
                    <a:pt x="46" y="108"/>
                    <a:pt x="46" y="108"/>
                    <a:pt x="46" y="108"/>
                  </a:cubicBezTo>
                  <a:cubicBezTo>
                    <a:pt x="41" y="116"/>
                    <a:pt x="31" y="119"/>
                    <a:pt x="23" y="115"/>
                  </a:cubicBezTo>
                  <a:cubicBezTo>
                    <a:pt x="19" y="112"/>
                    <a:pt x="16" y="108"/>
                    <a:pt x="14" y="104"/>
                  </a:cubicBezTo>
                  <a:cubicBezTo>
                    <a:pt x="14" y="100"/>
                    <a:pt x="15" y="94"/>
                    <a:pt x="18" y="88"/>
                  </a:cubicBezTo>
                  <a:cubicBezTo>
                    <a:pt x="50" y="27"/>
                    <a:pt x="50" y="27"/>
                    <a:pt x="50" y="27"/>
                  </a:cubicBezTo>
                  <a:cubicBezTo>
                    <a:pt x="58" y="13"/>
                    <a:pt x="68" y="13"/>
                    <a:pt x="76" y="17"/>
                  </a:cubicBezTo>
                  <a:cubicBezTo>
                    <a:pt x="87" y="23"/>
                    <a:pt x="87" y="23"/>
                    <a:pt x="87" y="23"/>
                  </a:cubicBezTo>
                  <a:cubicBezTo>
                    <a:pt x="98" y="29"/>
                    <a:pt x="98" y="41"/>
                    <a:pt x="93" y="50"/>
                  </a:cubicBezTo>
                  <a:cubicBezTo>
                    <a:pt x="62" y="108"/>
                    <a:pt x="62" y="108"/>
                    <a:pt x="62" y="108"/>
                  </a:cubicBezTo>
                  <a:lnTo>
                    <a:pt x="71" y="113"/>
                  </a:lnTo>
                  <a:close/>
                </a:path>
              </a:pathLst>
            </a:custGeom>
            <a:solidFill>
              <a:srgbClr val="179E97"/>
            </a:solidFill>
            <a:ln w="9525">
              <a:noFill/>
            </a:ln>
          </p:spPr>
          <p:txBody>
            <a:bodyPr/>
            <a:p>
              <a:endParaRPr lang="en-US"/>
            </a:p>
          </p:txBody>
        </p:sp>
        <p:sp>
          <p:nvSpPr>
            <p:cNvPr id="27735" name="Oval 99"/>
            <p:cNvSpPr/>
            <p:nvPr/>
          </p:nvSpPr>
          <p:spPr>
            <a:xfrm>
              <a:off x="2165122" y="2933550"/>
              <a:ext cx="499983" cy="497796"/>
            </a:xfrm>
            <a:prstGeom prst="ellipse">
              <a:avLst/>
            </a:prstGeom>
            <a:solidFill>
              <a:srgbClr val="FE4B24"/>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36" name="Oval 100"/>
            <p:cNvSpPr/>
            <p:nvPr/>
          </p:nvSpPr>
          <p:spPr>
            <a:xfrm>
              <a:off x="2373570" y="3244035"/>
              <a:ext cx="80901" cy="80901"/>
            </a:xfrm>
            <a:prstGeom prst="ellipse">
              <a:avLst/>
            </a:prstGeom>
            <a:solidFill>
              <a:schemeClr val="bg1"/>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37" name="Freeform 101"/>
            <p:cNvSpPr/>
            <p:nvPr/>
          </p:nvSpPr>
          <p:spPr>
            <a:xfrm>
              <a:off x="2301415" y="3136896"/>
              <a:ext cx="225939" cy="110055"/>
            </a:xfrm>
            <a:custGeom>
              <a:avLst/>
              <a:gdLst/>
              <a:ahLst/>
              <a:cxnLst>
                <a:cxn ang="0">
                  <a:pos x="208692" y="51588"/>
                </a:cxn>
                <a:cxn ang="0">
                  <a:pos x="206967" y="49869"/>
                </a:cxn>
                <a:cxn ang="0">
                  <a:pos x="205242" y="48149"/>
                </a:cxn>
                <a:cxn ang="0">
                  <a:pos x="205242" y="46429"/>
                </a:cxn>
                <a:cxn ang="0">
                  <a:pos x="24146" y="51588"/>
                </a:cxn>
                <a:cxn ang="0">
                  <a:pos x="17247" y="56747"/>
                </a:cxn>
                <a:cxn ang="0">
                  <a:pos x="10348" y="65345"/>
                </a:cxn>
                <a:cxn ang="0">
                  <a:pos x="10348" y="99737"/>
                </a:cxn>
                <a:cxn ang="0">
                  <a:pos x="44843" y="99737"/>
                </a:cxn>
                <a:cxn ang="0">
                  <a:pos x="58641" y="85980"/>
                </a:cxn>
                <a:cxn ang="0">
                  <a:pos x="174197" y="85980"/>
                </a:cxn>
                <a:cxn ang="0">
                  <a:pos x="184546" y="96298"/>
                </a:cxn>
                <a:cxn ang="0">
                  <a:pos x="219040" y="96298"/>
                </a:cxn>
                <a:cxn ang="0">
                  <a:pos x="225939" y="79102"/>
                </a:cxn>
                <a:cxn ang="0">
                  <a:pos x="219040" y="60186"/>
                </a:cxn>
                <a:cxn ang="0">
                  <a:pos x="208692" y="51588"/>
                </a:cxn>
              </a:cxnLst>
              <a:pathLst>
                <a:path w="131" h="64">
                  <a:moveTo>
                    <a:pt x="121" y="30"/>
                  </a:moveTo>
                  <a:cubicBezTo>
                    <a:pt x="121" y="29"/>
                    <a:pt x="121" y="29"/>
                    <a:pt x="120" y="29"/>
                  </a:cubicBezTo>
                  <a:cubicBezTo>
                    <a:pt x="119" y="28"/>
                    <a:pt x="119" y="28"/>
                    <a:pt x="119" y="28"/>
                  </a:cubicBezTo>
                  <a:cubicBezTo>
                    <a:pt x="119" y="27"/>
                    <a:pt x="119" y="27"/>
                    <a:pt x="119" y="27"/>
                  </a:cubicBezTo>
                  <a:cubicBezTo>
                    <a:pt x="89" y="0"/>
                    <a:pt x="43" y="1"/>
                    <a:pt x="14" y="30"/>
                  </a:cubicBezTo>
                  <a:cubicBezTo>
                    <a:pt x="10" y="33"/>
                    <a:pt x="10" y="33"/>
                    <a:pt x="10" y="33"/>
                  </a:cubicBezTo>
                  <a:cubicBezTo>
                    <a:pt x="6" y="38"/>
                    <a:pt x="6" y="38"/>
                    <a:pt x="6" y="38"/>
                  </a:cubicBezTo>
                  <a:cubicBezTo>
                    <a:pt x="0" y="43"/>
                    <a:pt x="0" y="53"/>
                    <a:pt x="6" y="58"/>
                  </a:cubicBezTo>
                  <a:cubicBezTo>
                    <a:pt x="12" y="64"/>
                    <a:pt x="21" y="64"/>
                    <a:pt x="26" y="58"/>
                  </a:cubicBezTo>
                  <a:cubicBezTo>
                    <a:pt x="34" y="50"/>
                    <a:pt x="34" y="50"/>
                    <a:pt x="34" y="50"/>
                  </a:cubicBezTo>
                  <a:cubicBezTo>
                    <a:pt x="53" y="32"/>
                    <a:pt x="82" y="32"/>
                    <a:pt x="101" y="50"/>
                  </a:cubicBezTo>
                  <a:cubicBezTo>
                    <a:pt x="107" y="56"/>
                    <a:pt x="107" y="56"/>
                    <a:pt x="107" y="56"/>
                  </a:cubicBezTo>
                  <a:cubicBezTo>
                    <a:pt x="112" y="61"/>
                    <a:pt x="121" y="61"/>
                    <a:pt x="127" y="56"/>
                  </a:cubicBezTo>
                  <a:cubicBezTo>
                    <a:pt x="130" y="53"/>
                    <a:pt x="131" y="49"/>
                    <a:pt x="131" y="46"/>
                  </a:cubicBezTo>
                  <a:cubicBezTo>
                    <a:pt x="131" y="42"/>
                    <a:pt x="130" y="38"/>
                    <a:pt x="127" y="35"/>
                  </a:cubicBezTo>
                  <a:lnTo>
                    <a:pt x="121" y="30"/>
                  </a:lnTo>
                  <a:close/>
                </a:path>
              </a:pathLst>
            </a:custGeom>
            <a:solidFill>
              <a:schemeClr val="bg1"/>
            </a:solidFill>
            <a:ln w="9525">
              <a:noFill/>
            </a:ln>
          </p:spPr>
          <p:txBody>
            <a:bodyPr/>
            <a:p>
              <a:endParaRPr lang="en-US"/>
            </a:p>
          </p:txBody>
        </p:sp>
        <p:sp>
          <p:nvSpPr>
            <p:cNvPr id="27738" name="Freeform 102"/>
            <p:cNvSpPr/>
            <p:nvPr/>
          </p:nvSpPr>
          <p:spPr>
            <a:xfrm>
              <a:off x="2239464" y="3045791"/>
              <a:ext cx="347655" cy="139208"/>
            </a:xfrm>
            <a:custGeom>
              <a:avLst/>
              <a:gdLst/>
              <a:ahLst/>
              <a:cxnLst>
                <a:cxn ang="0">
                  <a:pos x="339050" y="92805"/>
                </a:cxn>
                <a:cxn ang="0">
                  <a:pos x="330444" y="84212"/>
                </a:cxn>
                <a:cxn ang="0">
                  <a:pos x="330444" y="84212"/>
                </a:cxn>
                <a:cxn ang="0">
                  <a:pos x="323560" y="77338"/>
                </a:cxn>
                <a:cxn ang="0">
                  <a:pos x="320118" y="73901"/>
                </a:cxn>
                <a:cxn ang="0">
                  <a:pos x="25816" y="80775"/>
                </a:cxn>
                <a:cxn ang="0">
                  <a:pos x="24095" y="82494"/>
                </a:cxn>
                <a:cxn ang="0">
                  <a:pos x="10326" y="97961"/>
                </a:cxn>
                <a:cxn ang="0">
                  <a:pos x="10326" y="128896"/>
                </a:cxn>
                <a:cxn ang="0">
                  <a:pos x="41306" y="128896"/>
                </a:cxn>
                <a:cxn ang="0">
                  <a:pos x="56795" y="115147"/>
                </a:cxn>
                <a:cxn ang="0">
                  <a:pos x="56795" y="115147"/>
                </a:cxn>
                <a:cxn ang="0">
                  <a:pos x="294302" y="113429"/>
                </a:cxn>
                <a:cxn ang="0">
                  <a:pos x="306349" y="125459"/>
                </a:cxn>
                <a:cxn ang="0">
                  <a:pos x="339050" y="125459"/>
                </a:cxn>
                <a:cxn ang="0">
                  <a:pos x="339050" y="92805"/>
                </a:cxn>
              </a:cxnLst>
              <a:pathLst>
                <a:path w="202" h="81">
                  <a:moveTo>
                    <a:pt x="197" y="54"/>
                  </a:moveTo>
                  <a:cubicBezTo>
                    <a:pt x="192" y="49"/>
                    <a:pt x="192" y="49"/>
                    <a:pt x="192" y="49"/>
                  </a:cubicBezTo>
                  <a:cubicBezTo>
                    <a:pt x="192" y="49"/>
                    <a:pt x="192" y="49"/>
                    <a:pt x="192" y="49"/>
                  </a:cubicBezTo>
                  <a:cubicBezTo>
                    <a:pt x="188" y="45"/>
                    <a:pt x="188" y="45"/>
                    <a:pt x="188" y="45"/>
                  </a:cubicBezTo>
                  <a:cubicBezTo>
                    <a:pt x="188" y="44"/>
                    <a:pt x="187" y="44"/>
                    <a:pt x="186" y="43"/>
                  </a:cubicBezTo>
                  <a:cubicBezTo>
                    <a:pt x="137" y="0"/>
                    <a:pt x="62" y="2"/>
                    <a:pt x="15" y="47"/>
                  </a:cubicBezTo>
                  <a:cubicBezTo>
                    <a:pt x="15" y="48"/>
                    <a:pt x="15" y="48"/>
                    <a:pt x="14" y="48"/>
                  </a:cubicBezTo>
                  <a:cubicBezTo>
                    <a:pt x="6" y="57"/>
                    <a:pt x="6" y="57"/>
                    <a:pt x="6" y="57"/>
                  </a:cubicBezTo>
                  <a:cubicBezTo>
                    <a:pt x="0" y="62"/>
                    <a:pt x="0" y="70"/>
                    <a:pt x="6" y="75"/>
                  </a:cubicBezTo>
                  <a:cubicBezTo>
                    <a:pt x="11" y="81"/>
                    <a:pt x="19" y="81"/>
                    <a:pt x="24" y="75"/>
                  </a:cubicBezTo>
                  <a:cubicBezTo>
                    <a:pt x="33" y="67"/>
                    <a:pt x="33" y="67"/>
                    <a:pt x="33" y="67"/>
                  </a:cubicBezTo>
                  <a:cubicBezTo>
                    <a:pt x="33" y="67"/>
                    <a:pt x="33" y="67"/>
                    <a:pt x="33" y="67"/>
                  </a:cubicBezTo>
                  <a:cubicBezTo>
                    <a:pt x="72" y="29"/>
                    <a:pt x="133" y="29"/>
                    <a:pt x="171" y="66"/>
                  </a:cubicBezTo>
                  <a:cubicBezTo>
                    <a:pt x="178" y="73"/>
                    <a:pt x="178" y="73"/>
                    <a:pt x="178" y="73"/>
                  </a:cubicBezTo>
                  <a:cubicBezTo>
                    <a:pt x="183" y="78"/>
                    <a:pt x="192" y="78"/>
                    <a:pt x="197" y="73"/>
                  </a:cubicBezTo>
                  <a:cubicBezTo>
                    <a:pt x="202" y="67"/>
                    <a:pt x="202" y="59"/>
                    <a:pt x="197" y="54"/>
                  </a:cubicBezTo>
                </a:path>
              </a:pathLst>
            </a:custGeom>
            <a:solidFill>
              <a:schemeClr val="bg1"/>
            </a:solidFill>
            <a:ln w="9525">
              <a:noFill/>
            </a:ln>
          </p:spPr>
          <p:txBody>
            <a:bodyPr/>
            <a:p>
              <a:endParaRPr lang="en-US"/>
            </a:p>
          </p:txBody>
        </p:sp>
        <p:sp>
          <p:nvSpPr>
            <p:cNvPr id="27739" name="Oval 103"/>
            <p:cNvSpPr/>
            <p:nvPr/>
          </p:nvSpPr>
          <p:spPr>
            <a:xfrm>
              <a:off x="3773667" y="3542130"/>
              <a:ext cx="532781" cy="532781"/>
            </a:xfrm>
            <a:prstGeom prst="ellipse">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40" name="Freeform 104"/>
            <p:cNvSpPr>
              <a:spLocks noEditPoints="1"/>
            </p:cNvSpPr>
            <p:nvPr/>
          </p:nvSpPr>
          <p:spPr>
            <a:xfrm>
              <a:off x="3872060" y="3638336"/>
              <a:ext cx="337452" cy="339638"/>
            </a:xfrm>
            <a:custGeom>
              <a:avLst/>
              <a:gdLst/>
              <a:ahLst/>
              <a:cxnLst>
                <a:cxn ang="0">
                  <a:pos x="168726" y="339638"/>
                </a:cxn>
                <a:cxn ang="0">
                  <a:pos x="337452" y="170681"/>
                </a:cxn>
                <a:cxn ang="0">
                  <a:pos x="168726" y="0"/>
                </a:cxn>
                <a:cxn ang="0">
                  <a:pos x="0" y="170681"/>
                </a:cxn>
                <a:cxn ang="0">
                  <a:pos x="168726" y="339638"/>
                </a:cxn>
                <a:cxn ang="0">
                  <a:pos x="65424" y="286192"/>
                </a:cxn>
                <a:cxn ang="0">
                  <a:pos x="51651" y="272400"/>
                </a:cxn>
                <a:cxn ang="0">
                  <a:pos x="84363" y="241367"/>
                </a:cxn>
                <a:cxn ang="0">
                  <a:pos x="98137" y="255160"/>
                </a:cxn>
                <a:cxn ang="0">
                  <a:pos x="65424" y="286192"/>
                </a:cxn>
                <a:cxn ang="0">
                  <a:pos x="177334" y="324122"/>
                </a:cxn>
                <a:cxn ang="0">
                  <a:pos x="158396" y="324122"/>
                </a:cxn>
                <a:cxn ang="0">
                  <a:pos x="158396" y="279296"/>
                </a:cxn>
                <a:cxn ang="0">
                  <a:pos x="177334" y="279296"/>
                </a:cxn>
                <a:cxn ang="0">
                  <a:pos x="177334" y="324122"/>
                </a:cxn>
                <a:cxn ang="0">
                  <a:pos x="323678" y="179301"/>
                </a:cxn>
                <a:cxn ang="0">
                  <a:pos x="277193" y="179301"/>
                </a:cxn>
                <a:cxn ang="0">
                  <a:pos x="277193" y="160337"/>
                </a:cxn>
                <a:cxn ang="0">
                  <a:pos x="323678" y="160337"/>
                </a:cxn>
                <a:cxn ang="0">
                  <a:pos x="323678" y="179301"/>
                </a:cxn>
                <a:cxn ang="0">
                  <a:pos x="270306" y="53446"/>
                </a:cxn>
                <a:cxn ang="0">
                  <a:pos x="284079" y="67238"/>
                </a:cxn>
                <a:cxn ang="0">
                  <a:pos x="253089" y="99995"/>
                </a:cxn>
                <a:cxn ang="0">
                  <a:pos x="239315" y="86203"/>
                </a:cxn>
                <a:cxn ang="0">
                  <a:pos x="270306" y="53446"/>
                </a:cxn>
                <a:cxn ang="0">
                  <a:pos x="253089" y="241367"/>
                </a:cxn>
                <a:cxn ang="0">
                  <a:pos x="284079" y="272400"/>
                </a:cxn>
                <a:cxn ang="0">
                  <a:pos x="270306" y="286192"/>
                </a:cxn>
                <a:cxn ang="0">
                  <a:pos x="239315" y="255160"/>
                </a:cxn>
                <a:cxn ang="0">
                  <a:pos x="253089" y="241367"/>
                </a:cxn>
                <a:cxn ang="0">
                  <a:pos x="158396" y="15516"/>
                </a:cxn>
                <a:cxn ang="0">
                  <a:pos x="177334" y="15516"/>
                </a:cxn>
                <a:cxn ang="0">
                  <a:pos x="177334" y="60342"/>
                </a:cxn>
                <a:cxn ang="0">
                  <a:pos x="158396" y="60342"/>
                </a:cxn>
                <a:cxn ang="0">
                  <a:pos x="158396" y="15516"/>
                </a:cxn>
                <a:cxn ang="0">
                  <a:pos x="141179" y="131028"/>
                </a:cxn>
                <a:cxn ang="0">
                  <a:pos x="170448" y="158613"/>
                </a:cxn>
                <a:cxn ang="0">
                  <a:pos x="223820" y="106891"/>
                </a:cxn>
                <a:cxn ang="0">
                  <a:pos x="235872" y="120684"/>
                </a:cxn>
                <a:cxn ang="0">
                  <a:pos x="170448" y="186197"/>
                </a:cxn>
                <a:cxn ang="0">
                  <a:pos x="127405" y="144820"/>
                </a:cxn>
                <a:cxn ang="0">
                  <a:pos x="141179" y="131028"/>
                </a:cxn>
                <a:cxn ang="0">
                  <a:pos x="65424" y="53446"/>
                </a:cxn>
                <a:cxn ang="0">
                  <a:pos x="98137" y="86203"/>
                </a:cxn>
                <a:cxn ang="0">
                  <a:pos x="84363" y="99995"/>
                </a:cxn>
                <a:cxn ang="0">
                  <a:pos x="51651" y="67238"/>
                </a:cxn>
                <a:cxn ang="0">
                  <a:pos x="65424" y="53446"/>
                </a:cxn>
                <a:cxn ang="0">
                  <a:pos x="58538" y="179301"/>
                </a:cxn>
                <a:cxn ang="0">
                  <a:pos x="13774" y="179301"/>
                </a:cxn>
                <a:cxn ang="0">
                  <a:pos x="13774" y="160337"/>
                </a:cxn>
                <a:cxn ang="0">
                  <a:pos x="58538" y="160337"/>
                </a:cxn>
                <a:cxn ang="0">
                  <a:pos x="58538" y="179301"/>
                </a:cxn>
              </a:cxnLst>
              <a:pathLst>
                <a:path w="196" h="197">
                  <a:moveTo>
                    <a:pt x="98" y="197"/>
                  </a:moveTo>
                  <a:cubicBezTo>
                    <a:pt x="152" y="197"/>
                    <a:pt x="196" y="153"/>
                    <a:pt x="196" y="99"/>
                  </a:cubicBezTo>
                  <a:cubicBezTo>
                    <a:pt x="196" y="44"/>
                    <a:pt x="152" y="0"/>
                    <a:pt x="98" y="0"/>
                  </a:cubicBezTo>
                  <a:cubicBezTo>
                    <a:pt x="43" y="0"/>
                    <a:pt x="0" y="44"/>
                    <a:pt x="0" y="99"/>
                  </a:cubicBezTo>
                  <a:cubicBezTo>
                    <a:pt x="0" y="153"/>
                    <a:pt x="43" y="197"/>
                    <a:pt x="98" y="197"/>
                  </a:cubicBezTo>
                  <a:moveTo>
                    <a:pt x="38" y="166"/>
                  </a:moveTo>
                  <a:cubicBezTo>
                    <a:pt x="30" y="158"/>
                    <a:pt x="30" y="158"/>
                    <a:pt x="30" y="158"/>
                  </a:cubicBezTo>
                  <a:cubicBezTo>
                    <a:pt x="49" y="140"/>
                    <a:pt x="49" y="140"/>
                    <a:pt x="49" y="140"/>
                  </a:cubicBezTo>
                  <a:cubicBezTo>
                    <a:pt x="57" y="148"/>
                    <a:pt x="57" y="148"/>
                    <a:pt x="57" y="148"/>
                  </a:cubicBezTo>
                  <a:lnTo>
                    <a:pt x="38" y="166"/>
                  </a:lnTo>
                  <a:close/>
                  <a:moveTo>
                    <a:pt x="103" y="188"/>
                  </a:moveTo>
                  <a:cubicBezTo>
                    <a:pt x="92" y="188"/>
                    <a:pt x="92" y="188"/>
                    <a:pt x="92" y="188"/>
                  </a:cubicBezTo>
                  <a:cubicBezTo>
                    <a:pt x="92" y="162"/>
                    <a:pt x="92" y="162"/>
                    <a:pt x="92" y="162"/>
                  </a:cubicBezTo>
                  <a:cubicBezTo>
                    <a:pt x="103" y="162"/>
                    <a:pt x="103" y="162"/>
                    <a:pt x="103" y="162"/>
                  </a:cubicBezTo>
                  <a:lnTo>
                    <a:pt x="103" y="188"/>
                  </a:lnTo>
                  <a:close/>
                  <a:moveTo>
                    <a:pt x="188" y="104"/>
                  </a:moveTo>
                  <a:cubicBezTo>
                    <a:pt x="161" y="104"/>
                    <a:pt x="161" y="104"/>
                    <a:pt x="161" y="104"/>
                  </a:cubicBezTo>
                  <a:cubicBezTo>
                    <a:pt x="161" y="93"/>
                    <a:pt x="161" y="93"/>
                    <a:pt x="161" y="93"/>
                  </a:cubicBezTo>
                  <a:cubicBezTo>
                    <a:pt x="188" y="93"/>
                    <a:pt x="188" y="93"/>
                    <a:pt x="188" y="93"/>
                  </a:cubicBezTo>
                  <a:lnTo>
                    <a:pt x="188" y="104"/>
                  </a:lnTo>
                  <a:close/>
                  <a:moveTo>
                    <a:pt x="157" y="31"/>
                  </a:moveTo>
                  <a:cubicBezTo>
                    <a:pt x="165" y="39"/>
                    <a:pt x="165" y="39"/>
                    <a:pt x="165" y="39"/>
                  </a:cubicBezTo>
                  <a:cubicBezTo>
                    <a:pt x="147" y="58"/>
                    <a:pt x="147" y="58"/>
                    <a:pt x="147" y="58"/>
                  </a:cubicBezTo>
                  <a:cubicBezTo>
                    <a:pt x="139" y="50"/>
                    <a:pt x="139" y="50"/>
                    <a:pt x="139" y="50"/>
                  </a:cubicBezTo>
                  <a:lnTo>
                    <a:pt x="157" y="31"/>
                  </a:lnTo>
                  <a:close/>
                  <a:moveTo>
                    <a:pt x="147" y="140"/>
                  </a:moveTo>
                  <a:cubicBezTo>
                    <a:pt x="165" y="158"/>
                    <a:pt x="165" y="158"/>
                    <a:pt x="165" y="158"/>
                  </a:cubicBezTo>
                  <a:cubicBezTo>
                    <a:pt x="157" y="166"/>
                    <a:pt x="157" y="166"/>
                    <a:pt x="157" y="166"/>
                  </a:cubicBezTo>
                  <a:cubicBezTo>
                    <a:pt x="139" y="148"/>
                    <a:pt x="139" y="148"/>
                    <a:pt x="139" y="148"/>
                  </a:cubicBezTo>
                  <a:lnTo>
                    <a:pt x="147" y="140"/>
                  </a:lnTo>
                  <a:close/>
                  <a:moveTo>
                    <a:pt x="92" y="9"/>
                  </a:moveTo>
                  <a:cubicBezTo>
                    <a:pt x="103" y="9"/>
                    <a:pt x="103" y="9"/>
                    <a:pt x="103" y="9"/>
                  </a:cubicBezTo>
                  <a:cubicBezTo>
                    <a:pt x="103" y="35"/>
                    <a:pt x="103" y="35"/>
                    <a:pt x="103" y="35"/>
                  </a:cubicBezTo>
                  <a:cubicBezTo>
                    <a:pt x="92" y="35"/>
                    <a:pt x="92" y="35"/>
                    <a:pt x="92" y="35"/>
                  </a:cubicBezTo>
                  <a:lnTo>
                    <a:pt x="92" y="9"/>
                  </a:lnTo>
                  <a:close/>
                  <a:moveTo>
                    <a:pt x="82" y="76"/>
                  </a:moveTo>
                  <a:cubicBezTo>
                    <a:pt x="99" y="92"/>
                    <a:pt x="99" y="92"/>
                    <a:pt x="99" y="92"/>
                  </a:cubicBezTo>
                  <a:cubicBezTo>
                    <a:pt x="130" y="62"/>
                    <a:pt x="130" y="62"/>
                    <a:pt x="130" y="62"/>
                  </a:cubicBezTo>
                  <a:cubicBezTo>
                    <a:pt x="137" y="70"/>
                    <a:pt x="137" y="70"/>
                    <a:pt x="137" y="70"/>
                  </a:cubicBezTo>
                  <a:cubicBezTo>
                    <a:pt x="99" y="108"/>
                    <a:pt x="99" y="108"/>
                    <a:pt x="99" y="108"/>
                  </a:cubicBezTo>
                  <a:cubicBezTo>
                    <a:pt x="74" y="84"/>
                    <a:pt x="74" y="84"/>
                    <a:pt x="74" y="84"/>
                  </a:cubicBezTo>
                  <a:lnTo>
                    <a:pt x="82" y="76"/>
                  </a:lnTo>
                  <a:close/>
                  <a:moveTo>
                    <a:pt x="38" y="31"/>
                  </a:moveTo>
                  <a:cubicBezTo>
                    <a:pt x="57" y="50"/>
                    <a:pt x="57" y="50"/>
                    <a:pt x="57" y="50"/>
                  </a:cubicBezTo>
                  <a:cubicBezTo>
                    <a:pt x="49" y="58"/>
                    <a:pt x="49" y="58"/>
                    <a:pt x="49" y="58"/>
                  </a:cubicBezTo>
                  <a:cubicBezTo>
                    <a:pt x="30" y="39"/>
                    <a:pt x="30" y="39"/>
                    <a:pt x="30" y="39"/>
                  </a:cubicBezTo>
                  <a:lnTo>
                    <a:pt x="38" y="31"/>
                  </a:lnTo>
                  <a:close/>
                  <a:moveTo>
                    <a:pt x="34" y="104"/>
                  </a:moveTo>
                  <a:cubicBezTo>
                    <a:pt x="8" y="104"/>
                    <a:pt x="8" y="104"/>
                    <a:pt x="8" y="104"/>
                  </a:cubicBezTo>
                  <a:cubicBezTo>
                    <a:pt x="8" y="93"/>
                    <a:pt x="8" y="93"/>
                    <a:pt x="8" y="93"/>
                  </a:cubicBezTo>
                  <a:cubicBezTo>
                    <a:pt x="34" y="93"/>
                    <a:pt x="34" y="93"/>
                    <a:pt x="34" y="93"/>
                  </a:cubicBezTo>
                  <a:lnTo>
                    <a:pt x="34" y="104"/>
                  </a:lnTo>
                  <a:close/>
                </a:path>
              </a:pathLst>
            </a:custGeom>
            <a:solidFill>
              <a:schemeClr val="bg1"/>
            </a:solidFill>
            <a:ln w="9525">
              <a:noFill/>
            </a:ln>
          </p:spPr>
          <p:txBody>
            <a:bodyPr/>
            <a:p>
              <a:endParaRPr lang="en-US"/>
            </a:p>
          </p:txBody>
        </p:sp>
        <p:sp>
          <p:nvSpPr>
            <p:cNvPr id="27741" name="Oval 105"/>
            <p:cNvSpPr/>
            <p:nvPr/>
          </p:nvSpPr>
          <p:spPr>
            <a:xfrm>
              <a:off x="3492336" y="4140506"/>
              <a:ext cx="529137" cy="529137"/>
            </a:xfrm>
            <a:prstGeom prst="ellipse">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42" name="Freeform 106"/>
            <p:cNvSpPr>
              <a:spLocks noEditPoints="1"/>
            </p:cNvSpPr>
            <p:nvPr/>
          </p:nvSpPr>
          <p:spPr>
            <a:xfrm>
              <a:off x="3597288" y="4389768"/>
              <a:ext cx="352029" cy="176379"/>
            </a:xfrm>
            <a:custGeom>
              <a:avLst/>
              <a:gdLst/>
              <a:ahLst/>
              <a:cxnLst>
                <a:cxn ang="0">
                  <a:pos x="148404" y="176379"/>
                </a:cxn>
                <a:cxn ang="0">
                  <a:pos x="264022" y="121044"/>
                </a:cxn>
                <a:cxn ang="0">
                  <a:pos x="289906" y="126232"/>
                </a:cxn>
                <a:cxn ang="0">
                  <a:pos x="352029" y="63981"/>
                </a:cxn>
                <a:cxn ang="0">
                  <a:pos x="293358" y="1729"/>
                </a:cxn>
                <a:cxn ang="0">
                  <a:pos x="293358" y="0"/>
                </a:cxn>
                <a:cxn ang="0">
                  <a:pos x="1726" y="0"/>
                </a:cxn>
                <a:cxn ang="0">
                  <a:pos x="0" y="29397"/>
                </a:cxn>
                <a:cxn ang="0">
                  <a:pos x="148404" y="176379"/>
                </a:cxn>
                <a:cxn ang="0">
                  <a:pos x="295083" y="29397"/>
                </a:cxn>
                <a:cxn ang="0">
                  <a:pos x="295083" y="27667"/>
                </a:cxn>
                <a:cxn ang="0">
                  <a:pos x="326145" y="63981"/>
                </a:cxn>
                <a:cxn ang="0">
                  <a:pos x="289906" y="98565"/>
                </a:cxn>
                <a:cxn ang="0">
                  <a:pos x="279552" y="96836"/>
                </a:cxn>
                <a:cxn ang="0">
                  <a:pos x="295083" y="29397"/>
                </a:cxn>
              </a:cxnLst>
              <a:pathLst>
                <a:path w="204" h="102">
                  <a:moveTo>
                    <a:pt x="86" y="102"/>
                  </a:moveTo>
                  <a:cubicBezTo>
                    <a:pt x="113" y="102"/>
                    <a:pt x="137" y="89"/>
                    <a:pt x="153" y="70"/>
                  </a:cubicBezTo>
                  <a:cubicBezTo>
                    <a:pt x="158" y="72"/>
                    <a:pt x="163" y="73"/>
                    <a:pt x="168" y="73"/>
                  </a:cubicBezTo>
                  <a:cubicBezTo>
                    <a:pt x="188" y="73"/>
                    <a:pt x="204" y="57"/>
                    <a:pt x="204" y="37"/>
                  </a:cubicBezTo>
                  <a:cubicBezTo>
                    <a:pt x="204" y="17"/>
                    <a:pt x="189" y="1"/>
                    <a:pt x="170" y="1"/>
                  </a:cubicBezTo>
                  <a:cubicBezTo>
                    <a:pt x="170" y="1"/>
                    <a:pt x="170" y="1"/>
                    <a:pt x="170" y="0"/>
                  </a:cubicBezTo>
                  <a:cubicBezTo>
                    <a:pt x="1" y="0"/>
                    <a:pt x="1" y="0"/>
                    <a:pt x="1" y="0"/>
                  </a:cubicBezTo>
                  <a:cubicBezTo>
                    <a:pt x="0" y="6"/>
                    <a:pt x="0" y="11"/>
                    <a:pt x="0" y="17"/>
                  </a:cubicBezTo>
                  <a:cubicBezTo>
                    <a:pt x="0" y="64"/>
                    <a:pt x="38" y="102"/>
                    <a:pt x="86" y="102"/>
                  </a:cubicBezTo>
                  <a:moveTo>
                    <a:pt x="171" y="17"/>
                  </a:moveTo>
                  <a:cubicBezTo>
                    <a:pt x="171" y="17"/>
                    <a:pt x="171" y="17"/>
                    <a:pt x="171" y="16"/>
                  </a:cubicBezTo>
                  <a:cubicBezTo>
                    <a:pt x="181" y="18"/>
                    <a:pt x="189" y="26"/>
                    <a:pt x="189" y="37"/>
                  </a:cubicBezTo>
                  <a:cubicBezTo>
                    <a:pt x="189" y="48"/>
                    <a:pt x="179" y="57"/>
                    <a:pt x="168" y="57"/>
                  </a:cubicBezTo>
                  <a:cubicBezTo>
                    <a:pt x="166" y="57"/>
                    <a:pt x="164" y="57"/>
                    <a:pt x="162" y="56"/>
                  </a:cubicBezTo>
                  <a:cubicBezTo>
                    <a:pt x="168" y="44"/>
                    <a:pt x="171" y="31"/>
                    <a:pt x="171" y="17"/>
                  </a:cubicBezTo>
                </a:path>
              </a:pathLst>
            </a:custGeom>
            <a:solidFill>
              <a:schemeClr val="bg1"/>
            </a:solidFill>
            <a:ln w="9525">
              <a:noFill/>
            </a:ln>
          </p:spPr>
          <p:txBody>
            <a:bodyPr/>
            <a:p>
              <a:endParaRPr lang="en-US"/>
            </a:p>
          </p:txBody>
        </p:sp>
        <p:sp>
          <p:nvSpPr>
            <p:cNvPr id="27743" name="Freeform 107"/>
            <p:cNvSpPr/>
            <p:nvPr/>
          </p:nvSpPr>
          <p:spPr>
            <a:xfrm>
              <a:off x="3670172" y="4235255"/>
              <a:ext cx="56849" cy="146496"/>
            </a:xfrm>
            <a:custGeom>
              <a:avLst/>
              <a:gdLst/>
              <a:ahLst/>
              <a:cxnLst>
                <a:cxn ang="0">
                  <a:pos x="20672" y="110303"/>
                </a:cxn>
                <a:cxn ang="0">
                  <a:pos x="27563" y="139602"/>
                </a:cxn>
                <a:cxn ang="0">
                  <a:pos x="51681" y="89621"/>
                </a:cxn>
                <a:cxn ang="0">
                  <a:pos x="37899" y="60322"/>
                </a:cxn>
                <a:cxn ang="0">
                  <a:pos x="37899" y="37917"/>
                </a:cxn>
                <a:cxn ang="0">
                  <a:pos x="22395" y="10341"/>
                </a:cxn>
                <a:cxn ang="0">
                  <a:pos x="6891" y="62045"/>
                </a:cxn>
                <a:cxn ang="0">
                  <a:pos x="20672" y="110303"/>
                </a:cxn>
              </a:cxnLst>
              <a:pathLst>
                <a:path w="33" h="85">
                  <a:moveTo>
                    <a:pt x="12" y="64"/>
                  </a:moveTo>
                  <a:cubicBezTo>
                    <a:pt x="1" y="68"/>
                    <a:pt x="6" y="85"/>
                    <a:pt x="16" y="81"/>
                  </a:cubicBezTo>
                  <a:cubicBezTo>
                    <a:pt x="29" y="77"/>
                    <a:pt x="33" y="64"/>
                    <a:pt x="30" y="52"/>
                  </a:cubicBezTo>
                  <a:cubicBezTo>
                    <a:pt x="29" y="46"/>
                    <a:pt x="25" y="40"/>
                    <a:pt x="22" y="35"/>
                  </a:cubicBezTo>
                  <a:cubicBezTo>
                    <a:pt x="20" y="31"/>
                    <a:pt x="17" y="24"/>
                    <a:pt x="22" y="22"/>
                  </a:cubicBezTo>
                  <a:cubicBezTo>
                    <a:pt x="31" y="16"/>
                    <a:pt x="22" y="0"/>
                    <a:pt x="13" y="6"/>
                  </a:cubicBezTo>
                  <a:cubicBezTo>
                    <a:pt x="2" y="13"/>
                    <a:pt x="0" y="25"/>
                    <a:pt x="4" y="36"/>
                  </a:cubicBezTo>
                  <a:cubicBezTo>
                    <a:pt x="5" y="40"/>
                    <a:pt x="20" y="62"/>
                    <a:pt x="12" y="64"/>
                  </a:cubicBezTo>
                </a:path>
              </a:pathLst>
            </a:custGeom>
            <a:solidFill>
              <a:schemeClr val="bg1"/>
            </a:solidFill>
            <a:ln w="9525">
              <a:noFill/>
            </a:ln>
          </p:spPr>
          <p:txBody>
            <a:bodyPr/>
            <a:p>
              <a:endParaRPr lang="en-US"/>
            </a:p>
          </p:txBody>
        </p:sp>
        <p:sp>
          <p:nvSpPr>
            <p:cNvPr id="27744" name="Freeform 108"/>
            <p:cNvSpPr/>
            <p:nvPr/>
          </p:nvSpPr>
          <p:spPr>
            <a:xfrm>
              <a:off x="3752531" y="4235255"/>
              <a:ext cx="56849" cy="146496"/>
            </a:xfrm>
            <a:custGeom>
              <a:avLst/>
              <a:gdLst/>
              <a:ahLst/>
              <a:cxnLst>
                <a:cxn ang="0">
                  <a:pos x="20672" y="110303"/>
                </a:cxn>
                <a:cxn ang="0">
                  <a:pos x="29286" y="139602"/>
                </a:cxn>
                <a:cxn ang="0">
                  <a:pos x="51681" y="89621"/>
                </a:cxn>
                <a:cxn ang="0">
                  <a:pos x="37899" y="60322"/>
                </a:cxn>
                <a:cxn ang="0">
                  <a:pos x="37899" y="37917"/>
                </a:cxn>
                <a:cxn ang="0">
                  <a:pos x="22395" y="10341"/>
                </a:cxn>
                <a:cxn ang="0">
                  <a:pos x="6891" y="62045"/>
                </a:cxn>
                <a:cxn ang="0">
                  <a:pos x="20672" y="110303"/>
                </a:cxn>
              </a:cxnLst>
              <a:pathLst>
                <a:path w="33" h="85">
                  <a:moveTo>
                    <a:pt x="12" y="64"/>
                  </a:moveTo>
                  <a:cubicBezTo>
                    <a:pt x="1" y="68"/>
                    <a:pt x="6" y="85"/>
                    <a:pt x="17" y="81"/>
                  </a:cubicBezTo>
                  <a:cubicBezTo>
                    <a:pt x="29" y="77"/>
                    <a:pt x="33" y="64"/>
                    <a:pt x="30" y="52"/>
                  </a:cubicBezTo>
                  <a:cubicBezTo>
                    <a:pt x="29" y="46"/>
                    <a:pt x="25" y="40"/>
                    <a:pt x="22" y="35"/>
                  </a:cubicBezTo>
                  <a:cubicBezTo>
                    <a:pt x="21" y="31"/>
                    <a:pt x="17" y="24"/>
                    <a:pt x="22" y="22"/>
                  </a:cubicBezTo>
                  <a:cubicBezTo>
                    <a:pt x="31" y="16"/>
                    <a:pt x="22" y="0"/>
                    <a:pt x="13" y="6"/>
                  </a:cubicBezTo>
                  <a:cubicBezTo>
                    <a:pt x="2" y="13"/>
                    <a:pt x="0" y="25"/>
                    <a:pt x="4" y="36"/>
                  </a:cubicBezTo>
                  <a:cubicBezTo>
                    <a:pt x="5" y="40"/>
                    <a:pt x="20" y="62"/>
                    <a:pt x="12" y="64"/>
                  </a:cubicBezTo>
                </a:path>
              </a:pathLst>
            </a:custGeom>
            <a:solidFill>
              <a:schemeClr val="bg1"/>
            </a:solidFill>
            <a:ln w="9525">
              <a:noFill/>
            </a:ln>
          </p:spPr>
          <p:txBody>
            <a:bodyPr/>
            <a:p>
              <a:endParaRPr lang="en-US"/>
            </a:p>
          </p:txBody>
        </p:sp>
        <p:sp>
          <p:nvSpPr>
            <p:cNvPr id="27745" name="Oval 109"/>
            <p:cNvSpPr/>
            <p:nvPr/>
          </p:nvSpPr>
          <p:spPr>
            <a:xfrm>
              <a:off x="2204479" y="4123013"/>
              <a:ext cx="536425" cy="535696"/>
            </a:xfrm>
            <a:prstGeom prst="ellipse">
              <a:avLst/>
            </a:prstGeom>
            <a:solidFill>
              <a:srgbClr val="145F89"/>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46" name="Freeform 110"/>
            <p:cNvSpPr/>
            <p:nvPr/>
          </p:nvSpPr>
          <p:spPr>
            <a:xfrm>
              <a:off x="2459573" y="4264408"/>
              <a:ext cx="26238" cy="46645"/>
            </a:xfrm>
            <a:custGeom>
              <a:avLst/>
              <a:gdLst/>
              <a:ahLst/>
              <a:cxnLst>
                <a:cxn ang="0">
                  <a:pos x="26238" y="17276"/>
                </a:cxn>
                <a:cxn ang="0">
                  <a:pos x="0" y="17276"/>
                </a:cxn>
                <a:cxn ang="0">
                  <a:pos x="0" y="46645"/>
                </a:cxn>
                <a:cxn ang="0">
                  <a:pos x="26238" y="46645"/>
                </a:cxn>
                <a:cxn ang="0">
                  <a:pos x="26238" y="17276"/>
                </a:cxn>
              </a:cxnLst>
              <a:pathLst>
                <a:path w="15" h="27">
                  <a:moveTo>
                    <a:pt x="15" y="10"/>
                  </a:moveTo>
                  <a:cubicBezTo>
                    <a:pt x="15" y="0"/>
                    <a:pt x="0" y="0"/>
                    <a:pt x="0" y="10"/>
                  </a:cubicBezTo>
                  <a:cubicBezTo>
                    <a:pt x="0" y="27"/>
                    <a:pt x="0" y="27"/>
                    <a:pt x="0" y="27"/>
                  </a:cubicBezTo>
                  <a:cubicBezTo>
                    <a:pt x="15" y="27"/>
                    <a:pt x="15" y="27"/>
                    <a:pt x="15" y="27"/>
                  </a:cubicBezTo>
                  <a:lnTo>
                    <a:pt x="15" y="10"/>
                  </a:lnTo>
                  <a:close/>
                </a:path>
              </a:pathLst>
            </a:custGeom>
            <a:solidFill>
              <a:srgbClr val="2980B9"/>
            </a:solidFill>
            <a:ln w="9525">
              <a:noFill/>
            </a:ln>
          </p:spPr>
          <p:txBody>
            <a:bodyPr/>
            <a:p>
              <a:endParaRPr lang="en-US"/>
            </a:p>
          </p:txBody>
        </p:sp>
        <p:sp>
          <p:nvSpPr>
            <p:cNvPr id="27747" name="Freeform 111"/>
            <p:cNvSpPr>
              <a:spLocks noEditPoints="1"/>
            </p:cNvSpPr>
            <p:nvPr/>
          </p:nvSpPr>
          <p:spPr>
            <a:xfrm>
              <a:off x="2492371" y="4235255"/>
              <a:ext cx="131191" cy="75799"/>
            </a:xfrm>
            <a:custGeom>
              <a:avLst/>
              <a:gdLst/>
              <a:ahLst/>
              <a:cxnLst>
                <a:cxn ang="0">
                  <a:pos x="103572" y="5168"/>
                </a:cxn>
                <a:cxn ang="0">
                  <a:pos x="70774" y="1723"/>
                </a:cxn>
                <a:cxn ang="0">
                  <a:pos x="34524" y="13782"/>
                </a:cxn>
                <a:cxn ang="0">
                  <a:pos x="0" y="75799"/>
                </a:cxn>
                <a:cxn ang="0">
                  <a:pos x="70774" y="75799"/>
                </a:cxn>
                <a:cxn ang="0">
                  <a:pos x="86310" y="65463"/>
                </a:cxn>
                <a:cxn ang="0">
                  <a:pos x="103572" y="5168"/>
                </a:cxn>
                <a:cxn ang="0">
                  <a:pos x="82857" y="34454"/>
                </a:cxn>
                <a:cxn ang="0">
                  <a:pos x="65596" y="49958"/>
                </a:cxn>
                <a:cxn ang="0">
                  <a:pos x="27619" y="63740"/>
                </a:cxn>
                <a:cxn ang="0">
                  <a:pos x="86310" y="25841"/>
                </a:cxn>
                <a:cxn ang="0">
                  <a:pos x="89762" y="27563"/>
                </a:cxn>
                <a:cxn ang="0">
                  <a:pos x="82857" y="34454"/>
                </a:cxn>
              </a:cxnLst>
              <a:pathLst>
                <a:path w="76" h="44">
                  <a:moveTo>
                    <a:pt x="60" y="3"/>
                  </a:moveTo>
                  <a:cubicBezTo>
                    <a:pt x="55" y="0"/>
                    <a:pt x="47" y="0"/>
                    <a:pt x="41" y="1"/>
                  </a:cubicBezTo>
                  <a:cubicBezTo>
                    <a:pt x="34" y="2"/>
                    <a:pt x="27" y="4"/>
                    <a:pt x="20" y="8"/>
                  </a:cubicBezTo>
                  <a:cubicBezTo>
                    <a:pt x="8" y="16"/>
                    <a:pt x="1" y="30"/>
                    <a:pt x="0" y="44"/>
                  </a:cubicBezTo>
                  <a:cubicBezTo>
                    <a:pt x="41" y="44"/>
                    <a:pt x="41" y="44"/>
                    <a:pt x="41" y="44"/>
                  </a:cubicBezTo>
                  <a:cubicBezTo>
                    <a:pt x="44" y="42"/>
                    <a:pt x="47" y="40"/>
                    <a:pt x="50" y="38"/>
                  </a:cubicBezTo>
                  <a:cubicBezTo>
                    <a:pt x="61" y="30"/>
                    <a:pt x="76" y="13"/>
                    <a:pt x="60" y="3"/>
                  </a:cubicBezTo>
                  <a:moveTo>
                    <a:pt x="48" y="20"/>
                  </a:moveTo>
                  <a:cubicBezTo>
                    <a:pt x="45" y="23"/>
                    <a:pt x="41" y="26"/>
                    <a:pt x="38" y="29"/>
                  </a:cubicBezTo>
                  <a:cubicBezTo>
                    <a:pt x="31" y="33"/>
                    <a:pt x="24" y="36"/>
                    <a:pt x="16" y="37"/>
                  </a:cubicBezTo>
                  <a:cubicBezTo>
                    <a:pt x="21" y="23"/>
                    <a:pt x="35" y="14"/>
                    <a:pt x="50" y="15"/>
                  </a:cubicBezTo>
                  <a:cubicBezTo>
                    <a:pt x="51" y="15"/>
                    <a:pt x="51" y="16"/>
                    <a:pt x="52" y="16"/>
                  </a:cubicBezTo>
                  <a:cubicBezTo>
                    <a:pt x="51" y="16"/>
                    <a:pt x="49" y="19"/>
                    <a:pt x="48" y="20"/>
                  </a:cubicBezTo>
                </a:path>
              </a:pathLst>
            </a:custGeom>
            <a:solidFill>
              <a:schemeClr val="bg1"/>
            </a:solidFill>
            <a:ln w="9525">
              <a:noFill/>
            </a:ln>
          </p:spPr>
          <p:txBody>
            <a:bodyPr/>
            <a:p>
              <a:endParaRPr lang="en-US"/>
            </a:p>
          </p:txBody>
        </p:sp>
        <p:sp>
          <p:nvSpPr>
            <p:cNvPr id="27748" name="Freeform 112"/>
            <p:cNvSpPr>
              <a:spLocks noEditPoints="1"/>
            </p:cNvSpPr>
            <p:nvPr/>
          </p:nvSpPr>
          <p:spPr>
            <a:xfrm>
              <a:off x="2321822" y="4235255"/>
              <a:ext cx="129004" cy="75799"/>
            </a:xfrm>
            <a:custGeom>
              <a:avLst/>
              <a:gdLst/>
              <a:ahLst/>
              <a:cxnLst>
                <a:cxn ang="0">
                  <a:pos x="58482" y="75799"/>
                </a:cxn>
                <a:cxn ang="0">
                  <a:pos x="129004" y="75799"/>
                </a:cxn>
                <a:cxn ang="0">
                  <a:pos x="94603" y="13782"/>
                </a:cxn>
                <a:cxn ang="0">
                  <a:pos x="58482" y="1723"/>
                </a:cxn>
                <a:cxn ang="0">
                  <a:pos x="25801" y="5168"/>
                </a:cxn>
                <a:cxn ang="0">
                  <a:pos x="43001" y="65463"/>
                </a:cxn>
                <a:cxn ang="0">
                  <a:pos x="58482" y="75799"/>
                </a:cxn>
                <a:cxn ang="0">
                  <a:pos x="39561" y="27563"/>
                </a:cxn>
                <a:cxn ang="0">
                  <a:pos x="43001" y="25841"/>
                </a:cxn>
                <a:cxn ang="0">
                  <a:pos x="101483" y="63740"/>
                </a:cxn>
                <a:cxn ang="0">
                  <a:pos x="63642" y="49958"/>
                </a:cxn>
                <a:cxn ang="0">
                  <a:pos x="46441" y="34454"/>
                </a:cxn>
                <a:cxn ang="0">
                  <a:pos x="39561" y="27563"/>
                </a:cxn>
              </a:cxnLst>
              <a:pathLst>
                <a:path w="75" h="44">
                  <a:moveTo>
                    <a:pt x="34" y="44"/>
                  </a:moveTo>
                  <a:cubicBezTo>
                    <a:pt x="75" y="44"/>
                    <a:pt x="75" y="44"/>
                    <a:pt x="75" y="44"/>
                  </a:cubicBezTo>
                  <a:cubicBezTo>
                    <a:pt x="74" y="30"/>
                    <a:pt x="67" y="16"/>
                    <a:pt x="55" y="8"/>
                  </a:cubicBezTo>
                  <a:cubicBezTo>
                    <a:pt x="49" y="4"/>
                    <a:pt x="41" y="2"/>
                    <a:pt x="34" y="1"/>
                  </a:cubicBezTo>
                  <a:cubicBezTo>
                    <a:pt x="28" y="0"/>
                    <a:pt x="20" y="0"/>
                    <a:pt x="15" y="3"/>
                  </a:cubicBezTo>
                  <a:cubicBezTo>
                    <a:pt x="0" y="13"/>
                    <a:pt x="14" y="30"/>
                    <a:pt x="25" y="38"/>
                  </a:cubicBezTo>
                  <a:cubicBezTo>
                    <a:pt x="28" y="40"/>
                    <a:pt x="31" y="42"/>
                    <a:pt x="34" y="44"/>
                  </a:cubicBezTo>
                  <a:moveTo>
                    <a:pt x="23" y="16"/>
                  </a:moveTo>
                  <a:cubicBezTo>
                    <a:pt x="24" y="16"/>
                    <a:pt x="24" y="15"/>
                    <a:pt x="25" y="15"/>
                  </a:cubicBezTo>
                  <a:cubicBezTo>
                    <a:pt x="40" y="14"/>
                    <a:pt x="54" y="23"/>
                    <a:pt x="59" y="37"/>
                  </a:cubicBezTo>
                  <a:cubicBezTo>
                    <a:pt x="51" y="36"/>
                    <a:pt x="44" y="33"/>
                    <a:pt x="37" y="29"/>
                  </a:cubicBezTo>
                  <a:cubicBezTo>
                    <a:pt x="34" y="26"/>
                    <a:pt x="30" y="23"/>
                    <a:pt x="27" y="20"/>
                  </a:cubicBezTo>
                  <a:cubicBezTo>
                    <a:pt x="26" y="19"/>
                    <a:pt x="24" y="16"/>
                    <a:pt x="23" y="16"/>
                  </a:cubicBezTo>
                </a:path>
              </a:pathLst>
            </a:custGeom>
            <a:solidFill>
              <a:schemeClr val="bg1"/>
            </a:solidFill>
            <a:ln w="9525">
              <a:noFill/>
            </a:ln>
          </p:spPr>
          <p:txBody>
            <a:bodyPr/>
            <a:p>
              <a:endParaRPr lang="en-US"/>
            </a:p>
          </p:txBody>
        </p:sp>
        <p:sp>
          <p:nvSpPr>
            <p:cNvPr id="27749" name="Freeform 113"/>
            <p:cNvSpPr/>
            <p:nvPr/>
          </p:nvSpPr>
          <p:spPr>
            <a:xfrm>
              <a:off x="2330569" y="4321257"/>
              <a:ext cx="284247" cy="225939"/>
            </a:xfrm>
            <a:custGeom>
              <a:avLst/>
              <a:gdLst/>
              <a:ahLst/>
              <a:cxnLst>
                <a:cxn ang="0">
                  <a:pos x="175650" y="0"/>
                </a:cxn>
                <a:cxn ang="0">
                  <a:pos x="175650" y="5102"/>
                </a:cxn>
                <a:cxn ang="0">
                  <a:pos x="175650" y="118800"/>
                </a:cxn>
                <a:cxn ang="0">
                  <a:pos x="142852" y="91104"/>
                </a:cxn>
                <a:cxn ang="0">
                  <a:pos x="110055" y="118800"/>
                </a:cxn>
                <a:cxn ang="0">
                  <a:pos x="110055" y="5102"/>
                </a:cxn>
                <a:cxn ang="0">
                  <a:pos x="110055" y="0"/>
                </a:cxn>
                <a:cxn ang="0">
                  <a:pos x="74342" y="0"/>
                </a:cxn>
                <a:cxn ang="0">
                  <a:pos x="0" y="0"/>
                </a:cxn>
                <a:cxn ang="0">
                  <a:pos x="0" y="225939"/>
                </a:cxn>
                <a:cxn ang="0">
                  <a:pos x="284247" y="225939"/>
                </a:cxn>
                <a:cxn ang="0">
                  <a:pos x="284247" y="0"/>
                </a:cxn>
                <a:cxn ang="0">
                  <a:pos x="208448" y="0"/>
                </a:cxn>
                <a:cxn ang="0">
                  <a:pos x="175650" y="0"/>
                </a:cxn>
              </a:cxnLst>
              <a:pathLst>
                <a:path w="390" h="310">
                  <a:moveTo>
                    <a:pt x="241" y="0"/>
                  </a:moveTo>
                  <a:lnTo>
                    <a:pt x="241" y="7"/>
                  </a:lnTo>
                  <a:lnTo>
                    <a:pt x="241" y="163"/>
                  </a:lnTo>
                  <a:lnTo>
                    <a:pt x="196" y="125"/>
                  </a:lnTo>
                  <a:lnTo>
                    <a:pt x="151" y="163"/>
                  </a:lnTo>
                  <a:lnTo>
                    <a:pt x="151" y="7"/>
                  </a:lnTo>
                  <a:lnTo>
                    <a:pt x="151" y="0"/>
                  </a:lnTo>
                  <a:lnTo>
                    <a:pt x="102" y="0"/>
                  </a:lnTo>
                  <a:lnTo>
                    <a:pt x="0" y="0"/>
                  </a:lnTo>
                  <a:lnTo>
                    <a:pt x="0" y="310"/>
                  </a:lnTo>
                  <a:lnTo>
                    <a:pt x="390" y="310"/>
                  </a:lnTo>
                  <a:lnTo>
                    <a:pt x="390" y="0"/>
                  </a:lnTo>
                  <a:lnTo>
                    <a:pt x="286" y="0"/>
                  </a:lnTo>
                  <a:lnTo>
                    <a:pt x="241" y="0"/>
                  </a:lnTo>
                  <a:close/>
                </a:path>
              </a:pathLst>
            </a:custGeom>
            <a:solidFill>
              <a:schemeClr val="bg1"/>
            </a:solidFill>
            <a:ln w="9525">
              <a:noFill/>
            </a:ln>
          </p:spPr>
          <p:txBody>
            <a:bodyPr/>
            <a:p>
              <a:endParaRPr lang="en-US"/>
            </a:p>
          </p:txBody>
        </p:sp>
        <p:sp>
          <p:nvSpPr>
            <p:cNvPr id="27750" name="Freeform 114"/>
            <p:cNvSpPr/>
            <p:nvPr/>
          </p:nvSpPr>
          <p:spPr>
            <a:xfrm>
              <a:off x="1975625" y="3284850"/>
              <a:ext cx="82359" cy="236144"/>
            </a:xfrm>
            <a:custGeom>
              <a:avLst/>
              <a:gdLst/>
              <a:ahLst/>
              <a:cxnLst>
                <a:cxn ang="0">
                  <a:pos x="10295" y="27579"/>
                </a:cxn>
                <a:cxn ang="0">
                  <a:pos x="1716" y="56881"/>
                </a:cxn>
                <a:cxn ang="0">
                  <a:pos x="6863" y="81013"/>
                </a:cxn>
                <a:cxn ang="0">
                  <a:pos x="30885" y="106868"/>
                </a:cxn>
                <a:cxn ang="0">
                  <a:pos x="30885" y="236144"/>
                </a:cxn>
                <a:cxn ang="0">
                  <a:pos x="53190" y="236144"/>
                </a:cxn>
                <a:cxn ang="0">
                  <a:pos x="53190" y="106868"/>
                </a:cxn>
                <a:cxn ang="0">
                  <a:pos x="75496" y="81013"/>
                </a:cxn>
                <a:cxn ang="0">
                  <a:pos x="80643" y="56881"/>
                </a:cxn>
                <a:cxn ang="0">
                  <a:pos x="72064" y="27579"/>
                </a:cxn>
                <a:cxn ang="0">
                  <a:pos x="54906" y="0"/>
                </a:cxn>
                <a:cxn ang="0">
                  <a:pos x="60053" y="55158"/>
                </a:cxn>
                <a:cxn ang="0">
                  <a:pos x="53190" y="55158"/>
                </a:cxn>
                <a:cxn ang="0">
                  <a:pos x="48043" y="0"/>
                </a:cxn>
                <a:cxn ang="0">
                  <a:pos x="41180" y="0"/>
                </a:cxn>
                <a:cxn ang="0">
                  <a:pos x="36032" y="0"/>
                </a:cxn>
                <a:cxn ang="0">
                  <a:pos x="29169" y="55158"/>
                </a:cxn>
                <a:cxn ang="0">
                  <a:pos x="22306" y="55158"/>
                </a:cxn>
                <a:cxn ang="0">
                  <a:pos x="27453" y="0"/>
                </a:cxn>
                <a:cxn ang="0">
                  <a:pos x="10295" y="27579"/>
                </a:cxn>
              </a:cxnLst>
              <a:pathLst>
                <a:path w="48" h="137">
                  <a:moveTo>
                    <a:pt x="6" y="16"/>
                  </a:moveTo>
                  <a:cubicBezTo>
                    <a:pt x="4" y="21"/>
                    <a:pt x="2" y="27"/>
                    <a:pt x="1" y="33"/>
                  </a:cubicBezTo>
                  <a:cubicBezTo>
                    <a:pt x="0" y="39"/>
                    <a:pt x="2" y="43"/>
                    <a:pt x="4" y="47"/>
                  </a:cubicBezTo>
                  <a:cubicBezTo>
                    <a:pt x="7" y="52"/>
                    <a:pt x="12" y="59"/>
                    <a:pt x="18" y="62"/>
                  </a:cubicBezTo>
                  <a:cubicBezTo>
                    <a:pt x="18" y="137"/>
                    <a:pt x="18" y="137"/>
                    <a:pt x="18" y="137"/>
                  </a:cubicBezTo>
                  <a:cubicBezTo>
                    <a:pt x="31" y="137"/>
                    <a:pt x="31" y="137"/>
                    <a:pt x="31" y="137"/>
                  </a:cubicBezTo>
                  <a:cubicBezTo>
                    <a:pt x="31" y="62"/>
                    <a:pt x="31" y="62"/>
                    <a:pt x="31" y="62"/>
                  </a:cubicBezTo>
                  <a:cubicBezTo>
                    <a:pt x="37" y="59"/>
                    <a:pt x="41" y="52"/>
                    <a:pt x="44" y="47"/>
                  </a:cubicBezTo>
                  <a:cubicBezTo>
                    <a:pt x="47" y="43"/>
                    <a:pt x="48" y="39"/>
                    <a:pt x="47" y="33"/>
                  </a:cubicBezTo>
                  <a:cubicBezTo>
                    <a:pt x="47" y="27"/>
                    <a:pt x="44" y="21"/>
                    <a:pt x="42" y="16"/>
                  </a:cubicBezTo>
                  <a:cubicBezTo>
                    <a:pt x="41" y="11"/>
                    <a:pt x="38" y="1"/>
                    <a:pt x="32" y="0"/>
                  </a:cubicBezTo>
                  <a:cubicBezTo>
                    <a:pt x="35" y="32"/>
                    <a:pt x="35" y="32"/>
                    <a:pt x="35" y="32"/>
                  </a:cubicBezTo>
                  <a:cubicBezTo>
                    <a:pt x="31" y="32"/>
                    <a:pt x="31" y="32"/>
                    <a:pt x="31" y="32"/>
                  </a:cubicBezTo>
                  <a:cubicBezTo>
                    <a:pt x="28" y="0"/>
                    <a:pt x="28" y="0"/>
                    <a:pt x="28" y="0"/>
                  </a:cubicBezTo>
                  <a:cubicBezTo>
                    <a:pt x="24" y="0"/>
                    <a:pt x="24" y="0"/>
                    <a:pt x="24" y="0"/>
                  </a:cubicBezTo>
                  <a:cubicBezTo>
                    <a:pt x="21" y="0"/>
                    <a:pt x="21" y="0"/>
                    <a:pt x="21" y="0"/>
                  </a:cubicBezTo>
                  <a:cubicBezTo>
                    <a:pt x="17" y="32"/>
                    <a:pt x="17" y="32"/>
                    <a:pt x="17" y="32"/>
                  </a:cubicBezTo>
                  <a:cubicBezTo>
                    <a:pt x="13" y="32"/>
                    <a:pt x="13" y="32"/>
                    <a:pt x="13" y="32"/>
                  </a:cubicBezTo>
                  <a:cubicBezTo>
                    <a:pt x="16" y="0"/>
                    <a:pt x="16" y="0"/>
                    <a:pt x="16" y="0"/>
                  </a:cubicBezTo>
                  <a:cubicBezTo>
                    <a:pt x="11" y="1"/>
                    <a:pt x="8" y="11"/>
                    <a:pt x="6" y="16"/>
                  </a:cubicBezTo>
                </a:path>
              </a:pathLst>
            </a:custGeom>
            <a:solidFill>
              <a:srgbClr val="00BE9C"/>
            </a:solidFill>
            <a:ln w="9525">
              <a:noFill/>
            </a:ln>
          </p:spPr>
          <p:txBody>
            <a:bodyPr/>
            <a:p>
              <a:endParaRPr lang="en-US"/>
            </a:p>
          </p:txBody>
        </p:sp>
        <p:sp>
          <p:nvSpPr>
            <p:cNvPr id="27751" name="Freeform 115"/>
            <p:cNvSpPr/>
            <p:nvPr/>
          </p:nvSpPr>
          <p:spPr>
            <a:xfrm>
              <a:off x="2094425" y="3284850"/>
              <a:ext cx="53205" cy="236144"/>
            </a:xfrm>
            <a:custGeom>
              <a:avLst/>
              <a:gdLst/>
              <a:ahLst/>
              <a:cxnLst>
                <a:cxn ang="0">
                  <a:pos x="0" y="65500"/>
                </a:cxn>
                <a:cxn ang="0">
                  <a:pos x="30893" y="132723"/>
                </a:cxn>
                <a:cxn ang="0">
                  <a:pos x="30893" y="236144"/>
                </a:cxn>
                <a:cxn ang="0">
                  <a:pos x="53205" y="236144"/>
                </a:cxn>
                <a:cxn ang="0">
                  <a:pos x="53205" y="0"/>
                </a:cxn>
                <a:cxn ang="0">
                  <a:pos x="30893" y="0"/>
                </a:cxn>
                <a:cxn ang="0">
                  <a:pos x="0" y="65500"/>
                </a:cxn>
              </a:cxnLst>
              <a:pathLst>
                <a:path w="31" h="137">
                  <a:moveTo>
                    <a:pt x="0" y="38"/>
                  </a:moveTo>
                  <a:cubicBezTo>
                    <a:pt x="0" y="73"/>
                    <a:pt x="15" y="76"/>
                    <a:pt x="18" y="77"/>
                  </a:cubicBezTo>
                  <a:cubicBezTo>
                    <a:pt x="18" y="137"/>
                    <a:pt x="18" y="137"/>
                    <a:pt x="18" y="137"/>
                  </a:cubicBezTo>
                  <a:cubicBezTo>
                    <a:pt x="31" y="137"/>
                    <a:pt x="31" y="137"/>
                    <a:pt x="31" y="137"/>
                  </a:cubicBezTo>
                  <a:cubicBezTo>
                    <a:pt x="31" y="0"/>
                    <a:pt x="31" y="0"/>
                    <a:pt x="31" y="0"/>
                  </a:cubicBezTo>
                  <a:cubicBezTo>
                    <a:pt x="18" y="0"/>
                    <a:pt x="18" y="0"/>
                    <a:pt x="18" y="0"/>
                  </a:cubicBezTo>
                  <a:cubicBezTo>
                    <a:pt x="18" y="0"/>
                    <a:pt x="0" y="0"/>
                    <a:pt x="0" y="38"/>
                  </a:cubicBezTo>
                </a:path>
              </a:pathLst>
            </a:custGeom>
            <a:solidFill>
              <a:srgbClr val="00BE9C"/>
            </a:solidFill>
            <a:ln w="9525">
              <a:noFill/>
            </a:ln>
          </p:spPr>
          <p:txBody>
            <a:bodyPr/>
            <a:p>
              <a:endParaRPr lang="en-US"/>
            </a:p>
          </p:txBody>
        </p:sp>
        <p:sp>
          <p:nvSpPr>
            <p:cNvPr id="27752" name="Freeform 116"/>
            <p:cNvSpPr/>
            <p:nvPr/>
          </p:nvSpPr>
          <p:spPr>
            <a:xfrm>
              <a:off x="3387383" y="2866497"/>
              <a:ext cx="225939" cy="139208"/>
            </a:xfrm>
            <a:custGeom>
              <a:avLst/>
              <a:gdLst/>
              <a:ahLst/>
              <a:cxnLst>
                <a:cxn ang="0">
                  <a:pos x="225939" y="115147"/>
                </a:cxn>
                <a:cxn ang="0">
                  <a:pos x="201793" y="89368"/>
                </a:cxn>
                <a:cxn ang="0">
                  <a:pos x="205242" y="70463"/>
                </a:cxn>
                <a:cxn ang="0">
                  <a:pos x="134529" y="0"/>
                </a:cxn>
                <a:cxn ang="0">
                  <a:pos x="65540" y="68745"/>
                </a:cxn>
                <a:cxn ang="0">
                  <a:pos x="41393" y="58433"/>
                </a:cxn>
                <a:cxn ang="0">
                  <a:pos x="0" y="99680"/>
                </a:cxn>
                <a:cxn ang="0">
                  <a:pos x="41393" y="139208"/>
                </a:cxn>
                <a:cxn ang="0">
                  <a:pos x="132804" y="139208"/>
                </a:cxn>
                <a:cxn ang="0">
                  <a:pos x="134529" y="139208"/>
                </a:cxn>
                <a:cxn ang="0">
                  <a:pos x="201793" y="139208"/>
                </a:cxn>
                <a:cxn ang="0">
                  <a:pos x="225939" y="115147"/>
                </a:cxn>
              </a:cxnLst>
              <a:pathLst>
                <a:path w="131" h="81">
                  <a:moveTo>
                    <a:pt x="131" y="67"/>
                  </a:moveTo>
                  <a:cubicBezTo>
                    <a:pt x="131" y="59"/>
                    <a:pt x="125" y="53"/>
                    <a:pt x="117" y="52"/>
                  </a:cubicBezTo>
                  <a:cubicBezTo>
                    <a:pt x="118" y="49"/>
                    <a:pt x="119" y="45"/>
                    <a:pt x="119" y="41"/>
                  </a:cubicBezTo>
                  <a:cubicBezTo>
                    <a:pt x="119" y="18"/>
                    <a:pt x="101" y="0"/>
                    <a:pt x="78" y="0"/>
                  </a:cubicBezTo>
                  <a:cubicBezTo>
                    <a:pt x="57" y="0"/>
                    <a:pt x="39" y="18"/>
                    <a:pt x="38" y="40"/>
                  </a:cubicBezTo>
                  <a:cubicBezTo>
                    <a:pt x="34" y="36"/>
                    <a:pt x="29" y="34"/>
                    <a:pt x="24" y="34"/>
                  </a:cubicBezTo>
                  <a:cubicBezTo>
                    <a:pt x="11" y="34"/>
                    <a:pt x="0" y="45"/>
                    <a:pt x="0" y="58"/>
                  </a:cubicBezTo>
                  <a:cubicBezTo>
                    <a:pt x="0" y="70"/>
                    <a:pt x="11" y="81"/>
                    <a:pt x="24" y="81"/>
                  </a:cubicBezTo>
                  <a:cubicBezTo>
                    <a:pt x="77" y="81"/>
                    <a:pt x="77" y="81"/>
                    <a:pt x="77" y="81"/>
                  </a:cubicBezTo>
                  <a:cubicBezTo>
                    <a:pt x="78" y="81"/>
                    <a:pt x="78" y="81"/>
                    <a:pt x="78" y="81"/>
                  </a:cubicBezTo>
                  <a:cubicBezTo>
                    <a:pt x="117" y="81"/>
                    <a:pt x="117" y="81"/>
                    <a:pt x="117" y="81"/>
                  </a:cubicBezTo>
                  <a:cubicBezTo>
                    <a:pt x="124" y="81"/>
                    <a:pt x="131" y="74"/>
                    <a:pt x="131" y="67"/>
                  </a:cubicBezTo>
                </a:path>
              </a:pathLst>
            </a:custGeom>
            <a:solidFill>
              <a:srgbClr val="00BE9C"/>
            </a:solidFill>
            <a:ln w="9525">
              <a:noFill/>
            </a:ln>
          </p:spPr>
          <p:txBody>
            <a:bodyPr/>
            <a:p>
              <a:endParaRPr lang="en-US"/>
            </a:p>
          </p:txBody>
        </p:sp>
        <p:sp>
          <p:nvSpPr>
            <p:cNvPr id="27753" name="Rectangle 117"/>
            <p:cNvSpPr/>
            <p:nvPr/>
          </p:nvSpPr>
          <p:spPr>
            <a:xfrm>
              <a:off x="3420181" y="3018096"/>
              <a:ext cx="18950" cy="43001"/>
            </a:xfrm>
            <a:prstGeom prst="rect">
              <a:avLst/>
            </a:prstGeom>
            <a:solidFill>
              <a:srgbClr val="00BE9C"/>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54" name="Rectangle 118"/>
            <p:cNvSpPr/>
            <p:nvPr/>
          </p:nvSpPr>
          <p:spPr>
            <a:xfrm>
              <a:off x="3466827" y="3040690"/>
              <a:ext cx="18950" cy="43001"/>
            </a:xfrm>
            <a:prstGeom prst="rect">
              <a:avLst/>
            </a:prstGeom>
            <a:solidFill>
              <a:srgbClr val="00BE9C"/>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55" name="Rectangle 119"/>
            <p:cNvSpPr/>
            <p:nvPr/>
          </p:nvSpPr>
          <p:spPr>
            <a:xfrm>
              <a:off x="3514930" y="3018096"/>
              <a:ext cx="18950" cy="43001"/>
            </a:xfrm>
            <a:prstGeom prst="rect">
              <a:avLst/>
            </a:prstGeom>
            <a:solidFill>
              <a:srgbClr val="00BE9C"/>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56" name="Rectangle 120"/>
            <p:cNvSpPr/>
            <p:nvPr/>
          </p:nvSpPr>
          <p:spPr>
            <a:xfrm>
              <a:off x="3561575" y="3040690"/>
              <a:ext cx="18950" cy="43001"/>
            </a:xfrm>
            <a:prstGeom prst="rect">
              <a:avLst/>
            </a:prstGeom>
            <a:solidFill>
              <a:srgbClr val="00BE9C"/>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57" name="Freeform 121"/>
            <p:cNvSpPr/>
            <p:nvPr/>
          </p:nvSpPr>
          <p:spPr>
            <a:xfrm>
              <a:off x="4135171" y="3007892"/>
              <a:ext cx="177836" cy="146496"/>
            </a:xfrm>
            <a:custGeom>
              <a:avLst/>
              <a:gdLst/>
              <a:ahLst/>
              <a:cxnLst>
                <a:cxn ang="0">
                  <a:pos x="145038" y="0"/>
                </a:cxn>
                <a:cxn ang="0">
                  <a:pos x="62680" y="80901"/>
                </a:cxn>
                <a:cxn ang="0">
                  <a:pos x="31340" y="49561"/>
                </a:cxn>
                <a:cxn ang="0">
                  <a:pos x="0" y="82358"/>
                </a:cxn>
                <a:cxn ang="0">
                  <a:pos x="31340" y="113698"/>
                </a:cxn>
                <a:cxn ang="0">
                  <a:pos x="62680" y="146496"/>
                </a:cxn>
                <a:cxn ang="0">
                  <a:pos x="95478" y="113698"/>
                </a:cxn>
                <a:cxn ang="0">
                  <a:pos x="177836" y="30611"/>
                </a:cxn>
                <a:cxn ang="0">
                  <a:pos x="145038" y="0"/>
                </a:cxn>
              </a:cxnLst>
              <a:pathLst>
                <a:path w="244" h="201">
                  <a:moveTo>
                    <a:pt x="199" y="0"/>
                  </a:moveTo>
                  <a:lnTo>
                    <a:pt x="86" y="111"/>
                  </a:lnTo>
                  <a:lnTo>
                    <a:pt x="43" y="68"/>
                  </a:lnTo>
                  <a:lnTo>
                    <a:pt x="0" y="113"/>
                  </a:lnTo>
                  <a:lnTo>
                    <a:pt x="43" y="156"/>
                  </a:lnTo>
                  <a:lnTo>
                    <a:pt x="86" y="201"/>
                  </a:lnTo>
                  <a:lnTo>
                    <a:pt x="131" y="156"/>
                  </a:lnTo>
                  <a:lnTo>
                    <a:pt x="244" y="42"/>
                  </a:lnTo>
                  <a:lnTo>
                    <a:pt x="199" y="0"/>
                  </a:lnTo>
                  <a:close/>
                </a:path>
              </a:pathLst>
            </a:custGeom>
            <a:solidFill>
              <a:srgbClr val="00BE9C"/>
            </a:solidFill>
            <a:ln w="9525">
              <a:noFill/>
            </a:ln>
          </p:spPr>
          <p:txBody>
            <a:bodyPr/>
            <a:p>
              <a:endParaRPr lang="en-US"/>
            </a:p>
          </p:txBody>
        </p:sp>
        <p:sp>
          <p:nvSpPr>
            <p:cNvPr id="27758" name="Freeform 122"/>
            <p:cNvSpPr/>
            <p:nvPr/>
          </p:nvSpPr>
          <p:spPr>
            <a:xfrm>
              <a:off x="4243768" y="4023163"/>
              <a:ext cx="158887" cy="153056"/>
            </a:xfrm>
            <a:custGeom>
              <a:avLst/>
              <a:gdLst/>
              <a:ahLst/>
              <a:cxnLst>
                <a:cxn ang="0">
                  <a:pos x="79444" y="153056"/>
                </a:cxn>
                <a:cxn ang="0">
                  <a:pos x="158887" y="73948"/>
                </a:cxn>
                <a:cxn ang="0">
                  <a:pos x="110530" y="0"/>
                </a:cxn>
                <a:cxn ang="0">
                  <a:pos x="100168" y="15478"/>
                </a:cxn>
                <a:cxn ang="0">
                  <a:pos x="141617" y="73948"/>
                </a:cxn>
                <a:cxn ang="0">
                  <a:pos x="79444" y="135859"/>
                </a:cxn>
                <a:cxn ang="0">
                  <a:pos x="17270" y="73948"/>
                </a:cxn>
                <a:cxn ang="0">
                  <a:pos x="60446" y="15478"/>
                </a:cxn>
                <a:cxn ang="0">
                  <a:pos x="50084" y="0"/>
                </a:cxn>
                <a:cxn ang="0">
                  <a:pos x="0" y="73948"/>
                </a:cxn>
                <a:cxn ang="0">
                  <a:pos x="79444" y="153056"/>
                </a:cxn>
              </a:cxnLst>
              <a:pathLst>
                <a:path w="92" h="89">
                  <a:moveTo>
                    <a:pt x="46" y="89"/>
                  </a:moveTo>
                  <a:cubicBezTo>
                    <a:pt x="72" y="89"/>
                    <a:pt x="92" y="69"/>
                    <a:pt x="92" y="43"/>
                  </a:cubicBezTo>
                  <a:cubicBezTo>
                    <a:pt x="92" y="24"/>
                    <a:pt x="81" y="7"/>
                    <a:pt x="64" y="0"/>
                  </a:cubicBezTo>
                  <a:cubicBezTo>
                    <a:pt x="58" y="9"/>
                    <a:pt x="58" y="9"/>
                    <a:pt x="58" y="9"/>
                  </a:cubicBezTo>
                  <a:cubicBezTo>
                    <a:pt x="72" y="14"/>
                    <a:pt x="82" y="27"/>
                    <a:pt x="82" y="43"/>
                  </a:cubicBezTo>
                  <a:cubicBezTo>
                    <a:pt x="82" y="63"/>
                    <a:pt x="66" y="79"/>
                    <a:pt x="46" y="79"/>
                  </a:cubicBezTo>
                  <a:cubicBezTo>
                    <a:pt x="26" y="79"/>
                    <a:pt x="10" y="63"/>
                    <a:pt x="10" y="43"/>
                  </a:cubicBezTo>
                  <a:cubicBezTo>
                    <a:pt x="10" y="27"/>
                    <a:pt x="21" y="14"/>
                    <a:pt x="35" y="9"/>
                  </a:cubicBezTo>
                  <a:cubicBezTo>
                    <a:pt x="29" y="0"/>
                    <a:pt x="29" y="0"/>
                    <a:pt x="29" y="0"/>
                  </a:cubicBezTo>
                  <a:cubicBezTo>
                    <a:pt x="12" y="7"/>
                    <a:pt x="0" y="24"/>
                    <a:pt x="0" y="43"/>
                  </a:cubicBezTo>
                  <a:cubicBezTo>
                    <a:pt x="0" y="69"/>
                    <a:pt x="21" y="89"/>
                    <a:pt x="46" y="89"/>
                  </a:cubicBezTo>
                </a:path>
              </a:pathLst>
            </a:custGeom>
            <a:solidFill>
              <a:srgbClr val="179E97"/>
            </a:solidFill>
            <a:ln w="9525">
              <a:noFill/>
            </a:ln>
          </p:spPr>
          <p:txBody>
            <a:bodyPr/>
            <a:p>
              <a:endParaRPr lang="en-US"/>
            </a:p>
          </p:txBody>
        </p:sp>
        <p:sp>
          <p:nvSpPr>
            <p:cNvPr id="27759" name="Freeform 123"/>
            <p:cNvSpPr/>
            <p:nvPr/>
          </p:nvSpPr>
          <p:spPr>
            <a:xfrm>
              <a:off x="4287498" y="3988178"/>
              <a:ext cx="73613" cy="56849"/>
            </a:xfrm>
            <a:custGeom>
              <a:avLst/>
              <a:gdLst/>
              <a:ahLst/>
              <a:cxnLst>
                <a:cxn ang="0">
                  <a:pos x="21865" y="48832"/>
                </a:cxn>
                <a:cxn ang="0">
                  <a:pos x="29154" y="56849"/>
                </a:cxn>
                <a:cxn ang="0">
                  <a:pos x="35713" y="55391"/>
                </a:cxn>
                <a:cxn ang="0">
                  <a:pos x="44459" y="56849"/>
                </a:cxn>
                <a:cxn ang="0">
                  <a:pos x="49561" y="48832"/>
                </a:cxn>
                <a:cxn ang="0">
                  <a:pos x="59765" y="32798"/>
                </a:cxn>
                <a:cxn ang="0">
                  <a:pos x="73613" y="16034"/>
                </a:cxn>
                <a:cxn ang="0">
                  <a:pos x="61952" y="0"/>
                </a:cxn>
                <a:cxn ang="0">
                  <a:pos x="35713" y="0"/>
                </a:cxn>
                <a:cxn ang="0">
                  <a:pos x="11661" y="0"/>
                </a:cxn>
                <a:cxn ang="0">
                  <a:pos x="0" y="16034"/>
                </a:cxn>
                <a:cxn ang="0">
                  <a:pos x="11661" y="32798"/>
                </a:cxn>
                <a:cxn ang="0">
                  <a:pos x="21865" y="48832"/>
                </a:cxn>
              </a:cxnLst>
              <a:pathLst>
                <a:path w="101" h="78">
                  <a:moveTo>
                    <a:pt x="30" y="67"/>
                  </a:moveTo>
                  <a:lnTo>
                    <a:pt x="40" y="78"/>
                  </a:lnTo>
                  <a:lnTo>
                    <a:pt x="49" y="76"/>
                  </a:lnTo>
                  <a:lnTo>
                    <a:pt x="61" y="78"/>
                  </a:lnTo>
                  <a:lnTo>
                    <a:pt x="68" y="67"/>
                  </a:lnTo>
                  <a:lnTo>
                    <a:pt x="82" y="45"/>
                  </a:lnTo>
                  <a:lnTo>
                    <a:pt x="101" y="22"/>
                  </a:lnTo>
                  <a:lnTo>
                    <a:pt x="85" y="0"/>
                  </a:lnTo>
                  <a:lnTo>
                    <a:pt x="49" y="0"/>
                  </a:lnTo>
                  <a:lnTo>
                    <a:pt x="16" y="0"/>
                  </a:lnTo>
                  <a:lnTo>
                    <a:pt x="0" y="22"/>
                  </a:lnTo>
                  <a:lnTo>
                    <a:pt x="16" y="45"/>
                  </a:lnTo>
                  <a:lnTo>
                    <a:pt x="30" y="67"/>
                  </a:lnTo>
                  <a:close/>
                </a:path>
              </a:pathLst>
            </a:custGeom>
            <a:solidFill>
              <a:srgbClr val="179E97"/>
            </a:solidFill>
            <a:ln w="9525">
              <a:noFill/>
            </a:ln>
          </p:spPr>
          <p:txBody>
            <a:bodyPr/>
            <a:p>
              <a:endParaRPr lang="en-US"/>
            </a:p>
          </p:txBody>
        </p:sp>
        <p:sp>
          <p:nvSpPr>
            <p:cNvPr id="27760" name="Freeform 124"/>
            <p:cNvSpPr/>
            <p:nvPr/>
          </p:nvSpPr>
          <p:spPr>
            <a:xfrm>
              <a:off x="2044135" y="2999146"/>
              <a:ext cx="117343" cy="193142"/>
            </a:xfrm>
            <a:custGeom>
              <a:avLst/>
              <a:gdLst/>
              <a:ahLst/>
              <a:cxnLst>
                <a:cxn ang="0">
                  <a:pos x="2187" y="193142"/>
                </a:cxn>
                <a:cxn ang="0">
                  <a:pos x="32798" y="172006"/>
                </a:cxn>
                <a:cxn ang="0">
                  <a:pos x="96936" y="53205"/>
                </a:cxn>
                <a:cxn ang="0">
                  <a:pos x="117343" y="13848"/>
                </a:cxn>
                <a:cxn ang="0">
                  <a:pos x="112241" y="11661"/>
                </a:cxn>
                <a:cxn ang="0">
                  <a:pos x="105682" y="8746"/>
                </a:cxn>
                <a:cxn ang="0">
                  <a:pos x="98393" y="6560"/>
                </a:cxn>
                <a:cxn ang="0">
                  <a:pos x="84545" y="0"/>
                </a:cxn>
                <a:cxn ang="0">
                  <a:pos x="77986" y="13848"/>
                </a:cxn>
                <a:cxn ang="0">
                  <a:pos x="74342" y="18950"/>
                </a:cxn>
                <a:cxn ang="0">
                  <a:pos x="70697" y="25509"/>
                </a:cxn>
                <a:cxn ang="0">
                  <a:pos x="46646" y="70697"/>
                </a:cxn>
                <a:cxn ang="0">
                  <a:pos x="0" y="156700"/>
                </a:cxn>
                <a:cxn ang="0">
                  <a:pos x="2187" y="193142"/>
                </a:cxn>
              </a:cxnLst>
              <a:pathLst>
                <a:path w="161" h="265">
                  <a:moveTo>
                    <a:pt x="3" y="265"/>
                  </a:moveTo>
                  <a:lnTo>
                    <a:pt x="45" y="236"/>
                  </a:lnTo>
                  <a:lnTo>
                    <a:pt x="133" y="73"/>
                  </a:lnTo>
                  <a:lnTo>
                    <a:pt x="161" y="19"/>
                  </a:lnTo>
                  <a:lnTo>
                    <a:pt x="154" y="16"/>
                  </a:lnTo>
                  <a:lnTo>
                    <a:pt x="145" y="12"/>
                  </a:lnTo>
                  <a:lnTo>
                    <a:pt x="135" y="9"/>
                  </a:lnTo>
                  <a:lnTo>
                    <a:pt x="116" y="0"/>
                  </a:lnTo>
                  <a:lnTo>
                    <a:pt x="107" y="19"/>
                  </a:lnTo>
                  <a:lnTo>
                    <a:pt x="102" y="26"/>
                  </a:lnTo>
                  <a:lnTo>
                    <a:pt x="97" y="35"/>
                  </a:lnTo>
                  <a:lnTo>
                    <a:pt x="64" y="97"/>
                  </a:lnTo>
                  <a:lnTo>
                    <a:pt x="0" y="215"/>
                  </a:lnTo>
                  <a:lnTo>
                    <a:pt x="3" y="265"/>
                  </a:lnTo>
                  <a:close/>
                </a:path>
              </a:pathLst>
            </a:custGeom>
            <a:solidFill>
              <a:srgbClr val="FE4B24"/>
            </a:solidFill>
            <a:ln w="9525">
              <a:noFill/>
            </a:ln>
          </p:spPr>
          <p:txBody>
            <a:bodyPr/>
            <a:p>
              <a:endParaRPr lang="en-US"/>
            </a:p>
          </p:txBody>
        </p:sp>
        <p:sp>
          <p:nvSpPr>
            <p:cNvPr id="27761" name="Freeform 125"/>
            <p:cNvSpPr/>
            <p:nvPr/>
          </p:nvSpPr>
          <p:spPr>
            <a:xfrm>
              <a:off x="2133782" y="2964890"/>
              <a:ext cx="46645" cy="37900"/>
            </a:xfrm>
            <a:custGeom>
              <a:avLst/>
              <a:gdLst/>
              <a:ahLst/>
              <a:cxnLst>
                <a:cxn ang="0">
                  <a:pos x="13848" y="0"/>
                </a:cxn>
                <a:cxn ang="0">
                  <a:pos x="0" y="24052"/>
                </a:cxn>
                <a:cxn ang="0">
                  <a:pos x="26238" y="34256"/>
                </a:cxn>
                <a:cxn ang="0">
                  <a:pos x="31340" y="37900"/>
                </a:cxn>
                <a:cxn ang="0">
                  <a:pos x="32797" y="37900"/>
                </a:cxn>
                <a:cxn ang="0">
                  <a:pos x="34984" y="35713"/>
                </a:cxn>
                <a:cxn ang="0">
                  <a:pos x="37899" y="30612"/>
                </a:cxn>
                <a:cxn ang="0">
                  <a:pos x="46645" y="13119"/>
                </a:cxn>
                <a:cxn ang="0">
                  <a:pos x="13848" y="0"/>
                </a:cxn>
              </a:cxnLst>
              <a:pathLst>
                <a:path w="64" h="52">
                  <a:moveTo>
                    <a:pt x="19" y="0"/>
                  </a:moveTo>
                  <a:lnTo>
                    <a:pt x="0" y="33"/>
                  </a:lnTo>
                  <a:lnTo>
                    <a:pt x="36" y="47"/>
                  </a:lnTo>
                  <a:lnTo>
                    <a:pt x="43" y="52"/>
                  </a:lnTo>
                  <a:lnTo>
                    <a:pt x="45" y="52"/>
                  </a:lnTo>
                  <a:lnTo>
                    <a:pt x="48" y="49"/>
                  </a:lnTo>
                  <a:lnTo>
                    <a:pt x="52" y="42"/>
                  </a:lnTo>
                  <a:lnTo>
                    <a:pt x="64" y="18"/>
                  </a:lnTo>
                  <a:lnTo>
                    <a:pt x="19" y="0"/>
                  </a:lnTo>
                  <a:close/>
                </a:path>
              </a:pathLst>
            </a:custGeom>
            <a:solidFill>
              <a:srgbClr val="FE4B24"/>
            </a:solidFill>
            <a:ln w="9525">
              <a:noFill/>
            </a:ln>
          </p:spPr>
          <p:txBody>
            <a:bodyPr/>
            <a:p>
              <a:endParaRPr lang="en-US"/>
            </a:p>
          </p:txBody>
        </p:sp>
        <p:sp>
          <p:nvSpPr>
            <p:cNvPr id="27762" name="Freeform 126"/>
            <p:cNvSpPr>
              <a:spLocks noEditPoints="1"/>
            </p:cNvSpPr>
            <p:nvPr/>
          </p:nvSpPr>
          <p:spPr>
            <a:xfrm>
              <a:off x="3942757" y="4534807"/>
              <a:ext cx="189498" cy="188040"/>
            </a:xfrm>
            <a:custGeom>
              <a:avLst/>
              <a:gdLst/>
              <a:ahLst/>
              <a:cxnLst>
                <a:cxn ang="0">
                  <a:pos x="129203" y="0"/>
                </a:cxn>
                <a:cxn ang="0">
                  <a:pos x="137817" y="0"/>
                </a:cxn>
                <a:cxn ang="0">
                  <a:pos x="165380" y="74181"/>
                </a:cxn>
                <a:cxn ang="0">
                  <a:pos x="111976" y="82807"/>
                </a:cxn>
                <a:cxn ang="0">
                  <a:pos x="101640" y="93157"/>
                </a:cxn>
                <a:cxn ang="0">
                  <a:pos x="65463" y="127660"/>
                </a:cxn>
                <a:cxn ang="0">
                  <a:pos x="80967" y="146637"/>
                </a:cxn>
                <a:cxn ang="0">
                  <a:pos x="74076" y="155262"/>
                </a:cxn>
                <a:cxn ang="0">
                  <a:pos x="65463" y="162163"/>
                </a:cxn>
                <a:cxn ang="0">
                  <a:pos x="48236" y="146637"/>
                </a:cxn>
                <a:cxn ang="0">
                  <a:pos x="39622" y="155262"/>
                </a:cxn>
                <a:cxn ang="0">
                  <a:pos x="53404" y="172514"/>
                </a:cxn>
                <a:cxn ang="0">
                  <a:pos x="48236" y="181139"/>
                </a:cxn>
                <a:cxn ang="0">
                  <a:pos x="39622" y="188040"/>
                </a:cxn>
                <a:cxn ang="0">
                  <a:pos x="25841" y="177689"/>
                </a:cxn>
                <a:cxn ang="0">
                  <a:pos x="20673" y="172514"/>
                </a:cxn>
                <a:cxn ang="0">
                  <a:pos x="15504" y="175964"/>
                </a:cxn>
                <a:cxn ang="0">
                  <a:pos x="0" y="165613"/>
                </a:cxn>
                <a:cxn ang="0">
                  <a:pos x="0" y="162163"/>
                </a:cxn>
                <a:cxn ang="0">
                  <a:pos x="13782" y="144912"/>
                </a:cxn>
                <a:cxn ang="0">
                  <a:pos x="94749" y="63830"/>
                </a:cxn>
                <a:cxn ang="0">
                  <a:pos x="89581" y="48304"/>
                </a:cxn>
                <a:cxn ang="0">
                  <a:pos x="129203" y="0"/>
                </a:cxn>
                <a:cxn ang="0">
                  <a:pos x="113699" y="43128"/>
                </a:cxn>
                <a:cxn ang="0">
                  <a:pos x="149876" y="51754"/>
                </a:cxn>
                <a:cxn ang="0">
                  <a:pos x="129203" y="24152"/>
                </a:cxn>
                <a:cxn ang="0">
                  <a:pos x="113699" y="43128"/>
                </a:cxn>
              </a:cxnLst>
              <a:pathLst>
                <a:path w="110" h="109">
                  <a:moveTo>
                    <a:pt x="75" y="0"/>
                  </a:moveTo>
                  <a:cubicBezTo>
                    <a:pt x="76" y="0"/>
                    <a:pt x="78" y="0"/>
                    <a:pt x="80" y="0"/>
                  </a:cubicBezTo>
                  <a:cubicBezTo>
                    <a:pt x="100" y="1"/>
                    <a:pt x="110" y="27"/>
                    <a:pt x="96" y="43"/>
                  </a:cubicBezTo>
                  <a:cubicBezTo>
                    <a:pt x="90" y="49"/>
                    <a:pt x="76" y="54"/>
                    <a:pt x="65" y="48"/>
                  </a:cubicBezTo>
                  <a:cubicBezTo>
                    <a:pt x="63" y="49"/>
                    <a:pt x="61" y="52"/>
                    <a:pt x="59" y="54"/>
                  </a:cubicBezTo>
                  <a:cubicBezTo>
                    <a:pt x="52" y="61"/>
                    <a:pt x="45" y="68"/>
                    <a:pt x="38" y="74"/>
                  </a:cubicBezTo>
                  <a:cubicBezTo>
                    <a:pt x="40" y="78"/>
                    <a:pt x="47" y="80"/>
                    <a:pt x="47" y="85"/>
                  </a:cubicBezTo>
                  <a:cubicBezTo>
                    <a:pt x="47" y="87"/>
                    <a:pt x="43" y="90"/>
                    <a:pt x="43" y="90"/>
                  </a:cubicBezTo>
                  <a:cubicBezTo>
                    <a:pt x="43" y="90"/>
                    <a:pt x="41" y="94"/>
                    <a:pt x="38" y="94"/>
                  </a:cubicBezTo>
                  <a:cubicBezTo>
                    <a:pt x="34" y="94"/>
                    <a:pt x="31" y="86"/>
                    <a:pt x="28" y="85"/>
                  </a:cubicBezTo>
                  <a:cubicBezTo>
                    <a:pt x="26" y="86"/>
                    <a:pt x="25" y="88"/>
                    <a:pt x="23" y="90"/>
                  </a:cubicBezTo>
                  <a:cubicBezTo>
                    <a:pt x="24" y="93"/>
                    <a:pt x="32" y="96"/>
                    <a:pt x="31" y="100"/>
                  </a:cubicBezTo>
                  <a:cubicBezTo>
                    <a:pt x="31" y="103"/>
                    <a:pt x="28" y="105"/>
                    <a:pt x="28" y="105"/>
                  </a:cubicBezTo>
                  <a:cubicBezTo>
                    <a:pt x="28" y="105"/>
                    <a:pt x="25" y="109"/>
                    <a:pt x="23" y="109"/>
                  </a:cubicBezTo>
                  <a:cubicBezTo>
                    <a:pt x="20" y="109"/>
                    <a:pt x="15" y="103"/>
                    <a:pt x="15" y="103"/>
                  </a:cubicBezTo>
                  <a:cubicBezTo>
                    <a:pt x="12" y="100"/>
                    <a:pt x="12" y="100"/>
                    <a:pt x="12" y="100"/>
                  </a:cubicBezTo>
                  <a:cubicBezTo>
                    <a:pt x="12" y="100"/>
                    <a:pt x="9" y="102"/>
                    <a:pt x="9" y="102"/>
                  </a:cubicBezTo>
                  <a:cubicBezTo>
                    <a:pt x="3" y="103"/>
                    <a:pt x="1" y="100"/>
                    <a:pt x="0" y="96"/>
                  </a:cubicBezTo>
                  <a:cubicBezTo>
                    <a:pt x="0" y="95"/>
                    <a:pt x="0" y="95"/>
                    <a:pt x="0" y="94"/>
                  </a:cubicBezTo>
                  <a:cubicBezTo>
                    <a:pt x="1" y="90"/>
                    <a:pt x="5" y="87"/>
                    <a:pt x="8" y="84"/>
                  </a:cubicBezTo>
                  <a:cubicBezTo>
                    <a:pt x="23" y="69"/>
                    <a:pt x="40" y="52"/>
                    <a:pt x="55" y="37"/>
                  </a:cubicBezTo>
                  <a:cubicBezTo>
                    <a:pt x="53" y="34"/>
                    <a:pt x="52" y="31"/>
                    <a:pt x="52" y="28"/>
                  </a:cubicBezTo>
                  <a:cubicBezTo>
                    <a:pt x="50" y="11"/>
                    <a:pt x="61" y="2"/>
                    <a:pt x="75" y="0"/>
                  </a:cubicBezTo>
                  <a:close/>
                  <a:moveTo>
                    <a:pt x="66" y="25"/>
                  </a:moveTo>
                  <a:cubicBezTo>
                    <a:pt x="66" y="37"/>
                    <a:pt x="83" y="40"/>
                    <a:pt x="87" y="30"/>
                  </a:cubicBezTo>
                  <a:cubicBezTo>
                    <a:pt x="91" y="21"/>
                    <a:pt x="84" y="13"/>
                    <a:pt x="75" y="14"/>
                  </a:cubicBezTo>
                  <a:cubicBezTo>
                    <a:pt x="70" y="15"/>
                    <a:pt x="66" y="19"/>
                    <a:pt x="66" y="25"/>
                  </a:cubicBezTo>
                  <a:close/>
                </a:path>
              </a:pathLst>
            </a:custGeom>
            <a:solidFill>
              <a:srgbClr val="F9A715"/>
            </a:solidFill>
            <a:ln w="9525">
              <a:noFill/>
            </a:ln>
          </p:spPr>
          <p:txBody>
            <a:bodyPr/>
            <a:p>
              <a:endParaRPr lang="en-US"/>
            </a:p>
          </p:txBody>
        </p:sp>
        <p:sp>
          <p:nvSpPr>
            <p:cNvPr id="27763" name="Freeform 127"/>
            <p:cNvSpPr>
              <a:spLocks noEditPoints="1"/>
            </p:cNvSpPr>
            <p:nvPr/>
          </p:nvSpPr>
          <p:spPr>
            <a:xfrm>
              <a:off x="1770092" y="3567639"/>
              <a:ext cx="219380" cy="172735"/>
            </a:xfrm>
            <a:custGeom>
              <a:avLst/>
              <a:gdLst/>
              <a:ahLst/>
              <a:cxnLst>
                <a:cxn ang="0">
                  <a:pos x="191742" y="13819"/>
                </a:cxn>
                <a:cxn ang="0">
                  <a:pos x="184832" y="12091"/>
                </a:cxn>
                <a:cxn ang="0">
                  <a:pos x="98462" y="0"/>
                </a:cxn>
                <a:cxn ang="0">
                  <a:pos x="32821" y="24183"/>
                </a:cxn>
                <a:cxn ang="0">
                  <a:pos x="31093" y="24183"/>
                </a:cxn>
                <a:cxn ang="0">
                  <a:pos x="29366" y="25910"/>
                </a:cxn>
                <a:cxn ang="0">
                  <a:pos x="1727" y="63912"/>
                </a:cxn>
                <a:cxn ang="0">
                  <a:pos x="5182" y="72549"/>
                </a:cxn>
                <a:cxn ang="0">
                  <a:pos x="29366" y="139915"/>
                </a:cxn>
                <a:cxn ang="0">
                  <a:pos x="122646" y="172735"/>
                </a:cxn>
                <a:cxn ang="0">
                  <a:pos x="124373" y="172735"/>
                </a:cxn>
                <a:cxn ang="0">
                  <a:pos x="126100" y="172735"/>
                </a:cxn>
                <a:cxn ang="0">
                  <a:pos x="127828" y="172735"/>
                </a:cxn>
                <a:cxn ang="0">
                  <a:pos x="193469" y="131279"/>
                </a:cxn>
                <a:cxn ang="0">
                  <a:pos x="215925" y="60457"/>
                </a:cxn>
                <a:cxn ang="0">
                  <a:pos x="217653" y="53548"/>
                </a:cxn>
                <a:cxn ang="0">
                  <a:pos x="36275" y="36274"/>
                </a:cxn>
                <a:cxn ang="0">
                  <a:pos x="91552" y="84640"/>
                </a:cxn>
                <a:cxn ang="0">
                  <a:pos x="119191" y="160644"/>
                </a:cxn>
                <a:cxn ang="0">
                  <a:pos x="39730" y="82913"/>
                </a:cxn>
                <a:cxn ang="0">
                  <a:pos x="95007" y="96732"/>
                </a:cxn>
                <a:cxn ang="0">
                  <a:pos x="119191" y="63912"/>
                </a:cxn>
                <a:cxn ang="0">
                  <a:pos x="124373" y="39729"/>
                </a:cxn>
                <a:cxn ang="0">
                  <a:pos x="101917" y="10364"/>
                </a:cxn>
                <a:cxn ang="0">
                  <a:pos x="124373" y="39729"/>
                </a:cxn>
                <a:cxn ang="0">
                  <a:pos x="129555" y="70821"/>
                </a:cxn>
                <a:cxn ang="0">
                  <a:pos x="143374" y="95004"/>
                </a:cxn>
                <a:cxn ang="0">
                  <a:pos x="146829" y="93277"/>
                </a:cxn>
                <a:cxn ang="0">
                  <a:pos x="183105" y="129551"/>
                </a:cxn>
                <a:cxn ang="0">
                  <a:pos x="129555" y="158916"/>
                </a:cxn>
                <a:cxn ang="0">
                  <a:pos x="131283" y="48366"/>
                </a:cxn>
                <a:cxn ang="0">
                  <a:pos x="205561" y="53548"/>
                </a:cxn>
              </a:cxnLst>
              <a:pathLst>
                <a:path w="127" h="100">
                  <a:moveTo>
                    <a:pt x="126" y="31"/>
                  </a:moveTo>
                  <a:cubicBezTo>
                    <a:pt x="111" y="8"/>
                    <a:pt x="111" y="8"/>
                    <a:pt x="111" y="8"/>
                  </a:cubicBezTo>
                  <a:cubicBezTo>
                    <a:pt x="110" y="7"/>
                    <a:pt x="109" y="7"/>
                    <a:pt x="107" y="7"/>
                  </a:cubicBezTo>
                  <a:cubicBezTo>
                    <a:pt x="107" y="7"/>
                    <a:pt x="107" y="7"/>
                    <a:pt x="107" y="7"/>
                  </a:cubicBezTo>
                  <a:cubicBezTo>
                    <a:pt x="59" y="0"/>
                    <a:pt x="59" y="0"/>
                    <a:pt x="59" y="0"/>
                  </a:cubicBezTo>
                  <a:cubicBezTo>
                    <a:pt x="58" y="0"/>
                    <a:pt x="58" y="0"/>
                    <a:pt x="57" y="0"/>
                  </a:cubicBezTo>
                  <a:cubicBezTo>
                    <a:pt x="19" y="14"/>
                    <a:pt x="19" y="14"/>
                    <a:pt x="19" y="14"/>
                  </a:cubicBezTo>
                  <a:cubicBezTo>
                    <a:pt x="19" y="14"/>
                    <a:pt x="19" y="14"/>
                    <a:pt x="19" y="14"/>
                  </a:cubicBezTo>
                  <a:cubicBezTo>
                    <a:pt x="19" y="14"/>
                    <a:pt x="19" y="14"/>
                    <a:pt x="18" y="14"/>
                  </a:cubicBezTo>
                  <a:cubicBezTo>
                    <a:pt x="18" y="14"/>
                    <a:pt x="18" y="14"/>
                    <a:pt x="18" y="14"/>
                  </a:cubicBezTo>
                  <a:cubicBezTo>
                    <a:pt x="18" y="14"/>
                    <a:pt x="18" y="14"/>
                    <a:pt x="18" y="15"/>
                  </a:cubicBezTo>
                  <a:cubicBezTo>
                    <a:pt x="18" y="15"/>
                    <a:pt x="17" y="15"/>
                    <a:pt x="17" y="15"/>
                  </a:cubicBezTo>
                  <a:cubicBezTo>
                    <a:pt x="17" y="15"/>
                    <a:pt x="17" y="15"/>
                    <a:pt x="17" y="15"/>
                  </a:cubicBezTo>
                  <a:cubicBezTo>
                    <a:pt x="1" y="37"/>
                    <a:pt x="1" y="37"/>
                    <a:pt x="1" y="37"/>
                  </a:cubicBezTo>
                  <a:cubicBezTo>
                    <a:pt x="0" y="38"/>
                    <a:pt x="0" y="39"/>
                    <a:pt x="0" y="40"/>
                  </a:cubicBezTo>
                  <a:cubicBezTo>
                    <a:pt x="1" y="41"/>
                    <a:pt x="2" y="42"/>
                    <a:pt x="3" y="42"/>
                  </a:cubicBezTo>
                  <a:cubicBezTo>
                    <a:pt x="17" y="46"/>
                    <a:pt x="17" y="46"/>
                    <a:pt x="17" y="46"/>
                  </a:cubicBezTo>
                  <a:cubicBezTo>
                    <a:pt x="17" y="81"/>
                    <a:pt x="17" y="81"/>
                    <a:pt x="17" y="81"/>
                  </a:cubicBezTo>
                  <a:cubicBezTo>
                    <a:pt x="17" y="83"/>
                    <a:pt x="18" y="84"/>
                    <a:pt x="19" y="84"/>
                  </a:cubicBezTo>
                  <a:cubicBezTo>
                    <a:pt x="71" y="100"/>
                    <a:pt x="71" y="100"/>
                    <a:pt x="71" y="100"/>
                  </a:cubicBezTo>
                  <a:cubicBezTo>
                    <a:pt x="71" y="100"/>
                    <a:pt x="71" y="100"/>
                    <a:pt x="71" y="100"/>
                  </a:cubicBezTo>
                  <a:cubicBezTo>
                    <a:pt x="71" y="100"/>
                    <a:pt x="72" y="100"/>
                    <a:pt x="72" y="100"/>
                  </a:cubicBezTo>
                  <a:cubicBezTo>
                    <a:pt x="72" y="100"/>
                    <a:pt x="72" y="100"/>
                    <a:pt x="72" y="100"/>
                  </a:cubicBezTo>
                  <a:cubicBezTo>
                    <a:pt x="72" y="100"/>
                    <a:pt x="73" y="100"/>
                    <a:pt x="73" y="100"/>
                  </a:cubicBezTo>
                  <a:cubicBezTo>
                    <a:pt x="73" y="100"/>
                    <a:pt x="73" y="100"/>
                    <a:pt x="73" y="100"/>
                  </a:cubicBezTo>
                  <a:cubicBezTo>
                    <a:pt x="73" y="100"/>
                    <a:pt x="73" y="100"/>
                    <a:pt x="74" y="100"/>
                  </a:cubicBezTo>
                  <a:cubicBezTo>
                    <a:pt x="111" y="79"/>
                    <a:pt x="111" y="79"/>
                    <a:pt x="111" y="79"/>
                  </a:cubicBezTo>
                  <a:cubicBezTo>
                    <a:pt x="112" y="79"/>
                    <a:pt x="112" y="78"/>
                    <a:pt x="112" y="76"/>
                  </a:cubicBezTo>
                  <a:cubicBezTo>
                    <a:pt x="112" y="41"/>
                    <a:pt x="112" y="41"/>
                    <a:pt x="112" y="41"/>
                  </a:cubicBezTo>
                  <a:cubicBezTo>
                    <a:pt x="125" y="35"/>
                    <a:pt x="125" y="35"/>
                    <a:pt x="125" y="35"/>
                  </a:cubicBezTo>
                  <a:cubicBezTo>
                    <a:pt x="126" y="35"/>
                    <a:pt x="127" y="34"/>
                    <a:pt x="127" y="33"/>
                  </a:cubicBezTo>
                  <a:cubicBezTo>
                    <a:pt x="127" y="32"/>
                    <a:pt x="127" y="31"/>
                    <a:pt x="126" y="31"/>
                  </a:cubicBezTo>
                  <a:close/>
                  <a:moveTo>
                    <a:pt x="9" y="37"/>
                  </a:moveTo>
                  <a:cubicBezTo>
                    <a:pt x="21" y="21"/>
                    <a:pt x="21" y="21"/>
                    <a:pt x="21" y="21"/>
                  </a:cubicBezTo>
                  <a:cubicBezTo>
                    <a:pt x="67" y="29"/>
                    <a:pt x="67" y="29"/>
                    <a:pt x="67" y="29"/>
                  </a:cubicBezTo>
                  <a:cubicBezTo>
                    <a:pt x="53" y="49"/>
                    <a:pt x="53" y="49"/>
                    <a:pt x="53" y="49"/>
                  </a:cubicBezTo>
                  <a:lnTo>
                    <a:pt x="9" y="37"/>
                  </a:lnTo>
                  <a:close/>
                  <a:moveTo>
                    <a:pt x="69" y="93"/>
                  </a:moveTo>
                  <a:cubicBezTo>
                    <a:pt x="23" y="79"/>
                    <a:pt x="23" y="79"/>
                    <a:pt x="23" y="79"/>
                  </a:cubicBezTo>
                  <a:cubicBezTo>
                    <a:pt x="23" y="48"/>
                    <a:pt x="23" y="48"/>
                    <a:pt x="23" y="48"/>
                  </a:cubicBezTo>
                  <a:cubicBezTo>
                    <a:pt x="54" y="56"/>
                    <a:pt x="54" y="56"/>
                    <a:pt x="54" y="56"/>
                  </a:cubicBezTo>
                  <a:cubicBezTo>
                    <a:pt x="54" y="56"/>
                    <a:pt x="54" y="56"/>
                    <a:pt x="55" y="56"/>
                  </a:cubicBezTo>
                  <a:cubicBezTo>
                    <a:pt x="56" y="56"/>
                    <a:pt x="57" y="55"/>
                    <a:pt x="57" y="54"/>
                  </a:cubicBezTo>
                  <a:cubicBezTo>
                    <a:pt x="69" y="37"/>
                    <a:pt x="69" y="37"/>
                    <a:pt x="69" y="37"/>
                  </a:cubicBezTo>
                  <a:lnTo>
                    <a:pt x="69" y="93"/>
                  </a:lnTo>
                  <a:close/>
                  <a:moveTo>
                    <a:pt x="72" y="23"/>
                  </a:moveTo>
                  <a:cubicBezTo>
                    <a:pt x="32" y="16"/>
                    <a:pt x="32" y="16"/>
                    <a:pt x="32" y="16"/>
                  </a:cubicBezTo>
                  <a:cubicBezTo>
                    <a:pt x="59" y="6"/>
                    <a:pt x="59" y="6"/>
                    <a:pt x="59" y="6"/>
                  </a:cubicBezTo>
                  <a:cubicBezTo>
                    <a:pt x="97" y="12"/>
                    <a:pt x="97" y="12"/>
                    <a:pt x="97" y="12"/>
                  </a:cubicBezTo>
                  <a:lnTo>
                    <a:pt x="72" y="23"/>
                  </a:lnTo>
                  <a:close/>
                  <a:moveTo>
                    <a:pt x="75" y="92"/>
                  </a:moveTo>
                  <a:cubicBezTo>
                    <a:pt x="75" y="41"/>
                    <a:pt x="75" y="41"/>
                    <a:pt x="75" y="41"/>
                  </a:cubicBezTo>
                  <a:cubicBezTo>
                    <a:pt x="81" y="53"/>
                    <a:pt x="81" y="53"/>
                    <a:pt x="81" y="53"/>
                  </a:cubicBezTo>
                  <a:cubicBezTo>
                    <a:pt x="81" y="54"/>
                    <a:pt x="82" y="54"/>
                    <a:pt x="83" y="55"/>
                  </a:cubicBezTo>
                  <a:cubicBezTo>
                    <a:pt x="83" y="55"/>
                    <a:pt x="83" y="55"/>
                    <a:pt x="84" y="55"/>
                  </a:cubicBezTo>
                  <a:cubicBezTo>
                    <a:pt x="84" y="55"/>
                    <a:pt x="85" y="55"/>
                    <a:pt x="85" y="54"/>
                  </a:cubicBezTo>
                  <a:cubicBezTo>
                    <a:pt x="106" y="44"/>
                    <a:pt x="106" y="44"/>
                    <a:pt x="106" y="44"/>
                  </a:cubicBezTo>
                  <a:cubicBezTo>
                    <a:pt x="106" y="75"/>
                    <a:pt x="106" y="75"/>
                    <a:pt x="106" y="75"/>
                  </a:cubicBezTo>
                  <a:cubicBezTo>
                    <a:pt x="106" y="75"/>
                    <a:pt x="106" y="75"/>
                    <a:pt x="106" y="75"/>
                  </a:cubicBezTo>
                  <a:lnTo>
                    <a:pt x="75" y="92"/>
                  </a:lnTo>
                  <a:close/>
                  <a:moveTo>
                    <a:pt x="85" y="47"/>
                  </a:moveTo>
                  <a:cubicBezTo>
                    <a:pt x="76" y="28"/>
                    <a:pt x="76" y="28"/>
                    <a:pt x="76" y="28"/>
                  </a:cubicBezTo>
                  <a:cubicBezTo>
                    <a:pt x="107" y="14"/>
                    <a:pt x="107" y="14"/>
                    <a:pt x="107" y="14"/>
                  </a:cubicBezTo>
                  <a:cubicBezTo>
                    <a:pt x="119" y="31"/>
                    <a:pt x="119" y="31"/>
                    <a:pt x="119" y="31"/>
                  </a:cubicBezTo>
                  <a:lnTo>
                    <a:pt x="85" y="47"/>
                  </a:lnTo>
                  <a:close/>
                </a:path>
              </a:pathLst>
            </a:custGeom>
            <a:solidFill>
              <a:srgbClr val="179E97"/>
            </a:solidFill>
            <a:ln w="9525">
              <a:noFill/>
            </a:ln>
          </p:spPr>
          <p:txBody>
            <a:bodyPr/>
            <a:p>
              <a:endParaRPr lang="en-US"/>
            </a:p>
          </p:txBody>
        </p:sp>
        <p:sp>
          <p:nvSpPr>
            <p:cNvPr id="27764" name="Oval 128"/>
            <p:cNvSpPr/>
            <p:nvPr/>
          </p:nvSpPr>
          <p:spPr>
            <a:xfrm>
              <a:off x="2418758" y="2655863"/>
              <a:ext cx="146496" cy="148683"/>
            </a:xfrm>
            <a:prstGeom prst="ellipse">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65" name="Rectangle 129"/>
            <p:cNvSpPr/>
            <p:nvPr/>
          </p:nvSpPr>
          <p:spPr>
            <a:xfrm>
              <a:off x="2482166" y="2619421"/>
              <a:ext cx="18950" cy="26238"/>
            </a:xfrm>
            <a:prstGeom prst="rect">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66" name="Rectangle 130"/>
            <p:cNvSpPr/>
            <p:nvPr/>
          </p:nvSpPr>
          <p:spPr>
            <a:xfrm>
              <a:off x="2575458" y="2720001"/>
              <a:ext cx="27696" cy="18950"/>
            </a:xfrm>
            <a:prstGeom prst="rect">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67" name="Rectangle 131"/>
            <p:cNvSpPr/>
            <p:nvPr/>
          </p:nvSpPr>
          <p:spPr>
            <a:xfrm>
              <a:off x="2482166" y="2814749"/>
              <a:ext cx="18950" cy="25509"/>
            </a:xfrm>
            <a:prstGeom prst="rect">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68" name="Rectangle 132"/>
            <p:cNvSpPr/>
            <p:nvPr/>
          </p:nvSpPr>
          <p:spPr>
            <a:xfrm>
              <a:off x="2382316" y="2720001"/>
              <a:ext cx="25509" cy="18950"/>
            </a:xfrm>
            <a:prstGeom prst="rect">
              <a:avLst/>
            </a:prstGeom>
            <a:solidFill>
              <a:srgbClr val="F9A715"/>
            </a:solidFill>
            <a:ln w="9525">
              <a:noFill/>
            </a:ln>
          </p:spPr>
          <p:txBody>
            <a:bodyPr anchor="t" anchorCtr="0"/>
            <a:p>
              <a:endParaRPr lang="zh-CN" altLang="en-US" dirty="0">
                <a:solidFill>
                  <a:schemeClr val="bg1"/>
                </a:solidFill>
                <a:latin typeface="Calibri" panose="020F0502020204030204" pitchFamily="34" charset="0"/>
                <a:ea typeface="Microsoft YaHei" panose="020B0503020204020204" pitchFamily="34" charset="-122"/>
              </a:endParaRPr>
            </a:p>
          </p:txBody>
        </p:sp>
        <p:sp>
          <p:nvSpPr>
            <p:cNvPr id="27769" name="Freeform 133"/>
            <p:cNvSpPr/>
            <p:nvPr/>
          </p:nvSpPr>
          <p:spPr>
            <a:xfrm>
              <a:off x="2544118" y="2645659"/>
              <a:ext cx="32798" cy="31340"/>
            </a:xfrm>
            <a:custGeom>
              <a:avLst/>
              <a:gdLst/>
              <a:ahLst/>
              <a:cxnLst>
                <a:cxn ang="0">
                  <a:pos x="32798" y="12390"/>
                </a:cxn>
                <a:cxn ang="0">
                  <a:pos x="13848" y="31340"/>
                </a:cxn>
                <a:cxn ang="0">
                  <a:pos x="0" y="17492"/>
                </a:cxn>
                <a:cxn ang="0">
                  <a:pos x="18950" y="0"/>
                </a:cxn>
                <a:cxn ang="0">
                  <a:pos x="32798" y="12390"/>
                </a:cxn>
              </a:cxnLst>
              <a:pathLst>
                <a:path w="45" h="43">
                  <a:moveTo>
                    <a:pt x="45" y="17"/>
                  </a:moveTo>
                  <a:lnTo>
                    <a:pt x="19" y="43"/>
                  </a:lnTo>
                  <a:lnTo>
                    <a:pt x="0" y="24"/>
                  </a:lnTo>
                  <a:lnTo>
                    <a:pt x="26" y="0"/>
                  </a:lnTo>
                  <a:lnTo>
                    <a:pt x="45" y="17"/>
                  </a:lnTo>
                  <a:close/>
                </a:path>
              </a:pathLst>
            </a:custGeom>
            <a:solidFill>
              <a:srgbClr val="F9A715"/>
            </a:solidFill>
            <a:ln w="9525">
              <a:noFill/>
            </a:ln>
          </p:spPr>
          <p:txBody>
            <a:bodyPr/>
            <a:p>
              <a:endParaRPr lang="en-US"/>
            </a:p>
          </p:txBody>
        </p:sp>
        <p:sp>
          <p:nvSpPr>
            <p:cNvPr id="27770" name="Freeform 134"/>
            <p:cNvSpPr/>
            <p:nvPr/>
          </p:nvSpPr>
          <p:spPr>
            <a:xfrm>
              <a:off x="2544118" y="2783410"/>
              <a:ext cx="32798" cy="31340"/>
            </a:xfrm>
            <a:custGeom>
              <a:avLst/>
              <a:gdLst/>
              <a:ahLst/>
              <a:cxnLst>
                <a:cxn ang="0">
                  <a:pos x="13848" y="0"/>
                </a:cxn>
                <a:cxn ang="0">
                  <a:pos x="32798" y="17492"/>
                </a:cxn>
                <a:cxn ang="0">
                  <a:pos x="18950" y="31340"/>
                </a:cxn>
                <a:cxn ang="0">
                  <a:pos x="0" y="12390"/>
                </a:cxn>
                <a:cxn ang="0">
                  <a:pos x="13848" y="0"/>
                </a:cxn>
              </a:cxnLst>
              <a:pathLst>
                <a:path w="45" h="43">
                  <a:moveTo>
                    <a:pt x="19" y="0"/>
                  </a:moveTo>
                  <a:lnTo>
                    <a:pt x="45" y="24"/>
                  </a:lnTo>
                  <a:lnTo>
                    <a:pt x="26" y="43"/>
                  </a:lnTo>
                  <a:lnTo>
                    <a:pt x="0" y="17"/>
                  </a:lnTo>
                  <a:lnTo>
                    <a:pt x="19" y="0"/>
                  </a:lnTo>
                  <a:close/>
                </a:path>
              </a:pathLst>
            </a:custGeom>
            <a:solidFill>
              <a:srgbClr val="F9A715"/>
            </a:solidFill>
            <a:ln w="9525">
              <a:noFill/>
            </a:ln>
          </p:spPr>
          <p:txBody>
            <a:bodyPr/>
            <a:p>
              <a:endParaRPr lang="en-US"/>
            </a:p>
          </p:txBody>
        </p:sp>
        <p:sp>
          <p:nvSpPr>
            <p:cNvPr id="27771" name="Freeform 135"/>
            <p:cNvSpPr/>
            <p:nvPr/>
          </p:nvSpPr>
          <p:spPr>
            <a:xfrm>
              <a:off x="2406367" y="2783410"/>
              <a:ext cx="32798" cy="31340"/>
            </a:xfrm>
            <a:custGeom>
              <a:avLst/>
              <a:gdLst/>
              <a:ahLst/>
              <a:cxnLst>
                <a:cxn ang="0">
                  <a:pos x="18950" y="0"/>
                </a:cxn>
                <a:cxn ang="0">
                  <a:pos x="32798" y="12390"/>
                </a:cxn>
                <a:cxn ang="0">
                  <a:pos x="13848" y="31340"/>
                </a:cxn>
                <a:cxn ang="0">
                  <a:pos x="0" y="17492"/>
                </a:cxn>
                <a:cxn ang="0">
                  <a:pos x="18950" y="0"/>
                </a:cxn>
              </a:cxnLst>
              <a:pathLst>
                <a:path w="45" h="43">
                  <a:moveTo>
                    <a:pt x="26" y="0"/>
                  </a:moveTo>
                  <a:lnTo>
                    <a:pt x="45" y="17"/>
                  </a:lnTo>
                  <a:lnTo>
                    <a:pt x="19" y="43"/>
                  </a:lnTo>
                  <a:lnTo>
                    <a:pt x="0" y="24"/>
                  </a:lnTo>
                  <a:lnTo>
                    <a:pt x="26" y="0"/>
                  </a:lnTo>
                  <a:close/>
                </a:path>
              </a:pathLst>
            </a:custGeom>
            <a:solidFill>
              <a:srgbClr val="F9A715"/>
            </a:solidFill>
            <a:ln w="9525">
              <a:noFill/>
            </a:ln>
          </p:spPr>
          <p:txBody>
            <a:bodyPr/>
            <a:p>
              <a:endParaRPr lang="en-US"/>
            </a:p>
          </p:txBody>
        </p:sp>
        <p:sp>
          <p:nvSpPr>
            <p:cNvPr id="27772" name="Freeform 136"/>
            <p:cNvSpPr/>
            <p:nvPr/>
          </p:nvSpPr>
          <p:spPr>
            <a:xfrm>
              <a:off x="2406367" y="2645659"/>
              <a:ext cx="32798" cy="31340"/>
            </a:xfrm>
            <a:custGeom>
              <a:avLst/>
              <a:gdLst/>
              <a:ahLst/>
              <a:cxnLst>
                <a:cxn ang="0">
                  <a:pos x="32798" y="17492"/>
                </a:cxn>
                <a:cxn ang="0">
                  <a:pos x="18950" y="31340"/>
                </a:cxn>
                <a:cxn ang="0">
                  <a:pos x="0" y="12390"/>
                </a:cxn>
                <a:cxn ang="0">
                  <a:pos x="13848" y="0"/>
                </a:cxn>
                <a:cxn ang="0">
                  <a:pos x="32798" y="17492"/>
                </a:cxn>
              </a:cxnLst>
              <a:pathLst>
                <a:path w="45" h="43">
                  <a:moveTo>
                    <a:pt x="45" y="24"/>
                  </a:moveTo>
                  <a:lnTo>
                    <a:pt x="26" y="43"/>
                  </a:lnTo>
                  <a:lnTo>
                    <a:pt x="0" y="17"/>
                  </a:lnTo>
                  <a:lnTo>
                    <a:pt x="19" y="0"/>
                  </a:lnTo>
                  <a:lnTo>
                    <a:pt x="45" y="24"/>
                  </a:lnTo>
                  <a:close/>
                </a:path>
              </a:pathLst>
            </a:custGeom>
            <a:solidFill>
              <a:srgbClr val="F9A715"/>
            </a:solidFill>
            <a:ln w="9525">
              <a:noFill/>
            </a:ln>
          </p:spPr>
          <p:txBody>
            <a:bodyPr/>
            <a:p>
              <a:endParaRPr lang="en-US"/>
            </a:p>
          </p:txBody>
        </p:sp>
        <p:sp>
          <p:nvSpPr>
            <p:cNvPr id="27773" name="Freeform 137"/>
            <p:cNvSpPr/>
            <p:nvPr/>
          </p:nvSpPr>
          <p:spPr>
            <a:xfrm>
              <a:off x="2514964" y="2623065"/>
              <a:ext cx="27696" cy="32798"/>
            </a:xfrm>
            <a:custGeom>
              <a:avLst/>
              <a:gdLst/>
              <a:ahLst/>
              <a:cxnLst>
                <a:cxn ang="0">
                  <a:pos x="27696" y="8746"/>
                </a:cxn>
                <a:cxn ang="0">
                  <a:pos x="17492" y="32798"/>
                </a:cxn>
                <a:cxn ang="0">
                  <a:pos x="0" y="26238"/>
                </a:cxn>
                <a:cxn ang="0">
                  <a:pos x="10204" y="0"/>
                </a:cxn>
                <a:cxn ang="0">
                  <a:pos x="27696" y="8746"/>
                </a:cxn>
              </a:cxnLst>
              <a:pathLst>
                <a:path w="38" h="45">
                  <a:moveTo>
                    <a:pt x="38" y="12"/>
                  </a:moveTo>
                  <a:lnTo>
                    <a:pt x="24" y="45"/>
                  </a:lnTo>
                  <a:lnTo>
                    <a:pt x="0" y="36"/>
                  </a:lnTo>
                  <a:lnTo>
                    <a:pt x="14" y="0"/>
                  </a:lnTo>
                  <a:lnTo>
                    <a:pt x="38" y="12"/>
                  </a:lnTo>
                  <a:close/>
                </a:path>
              </a:pathLst>
            </a:custGeom>
            <a:solidFill>
              <a:srgbClr val="F9A715"/>
            </a:solidFill>
            <a:ln w="9525">
              <a:noFill/>
            </a:ln>
          </p:spPr>
          <p:txBody>
            <a:bodyPr/>
            <a:p>
              <a:endParaRPr lang="en-US"/>
            </a:p>
          </p:txBody>
        </p:sp>
        <p:sp>
          <p:nvSpPr>
            <p:cNvPr id="27774" name="Freeform 138"/>
            <p:cNvSpPr/>
            <p:nvPr/>
          </p:nvSpPr>
          <p:spPr>
            <a:xfrm>
              <a:off x="2566711" y="2752798"/>
              <a:ext cx="31340" cy="26967"/>
            </a:xfrm>
            <a:custGeom>
              <a:avLst/>
              <a:gdLst/>
              <a:ahLst/>
              <a:cxnLst>
                <a:cxn ang="0">
                  <a:pos x="6560" y="0"/>
                </a:cxn>
                <a:cxn ang="0">
                  <a:pos x="31340" y="10204"/>
                </a:cxn>
                <a:cxn ang="0">
                  <a:pos x="24052" y="26967"/>
                </a:cxn>
                <a:cxn ang="0">
                  <a:pos x="0" y="16763"/>
                </a:cxn>
                <a:cxn ang="0">
                  <a:pos x="6560" y="0"/>
                </a:cxn>
              </a:cxnLst>
              <a:pathLst>
                <a:path w="43" h="37">
                  <a:moveTo>
                    <a:pt x="9" y="0"/>
                  </a:moveTo>
                  <a:lnTo>
                    <a:pt x="43" y="14"/>
                  </a:lnTo>
                  <a:lnTo>
                    <a:pt x="33" y="37"/>
                  </a:lnTo>
                  <a:lnTo>
                    <a:pt x="0" y="23"/>
                  </a:lnTo>
                  <a:lnTo>
                    <a:pt x="9" y="0"/>
                  </a:lnTo>
                  <a:close/>
                </a:path>
              </a:pathLst>
            </a:custGeom>
            <a:solidFill>
              <a:srgbClr val="F9A715"/>
            </a:solidFill>
            <a:ln w="9525">
              <a:noFill/>
            </a:ln>
          </p:spPr>
          <p:txBody>
            <a:bodyPr/>
            <a:p>
              <a:endParaRPr lang="en-US"/>
            </a:p>
          </p:txBody>
        </p:sp>
        <p:sp>
          <p:nvSpPr>
            <p:cNvPr id="27775" name="Freeform 139"/>
            <p:cNvSpPr/>
            <p:nvPr/>
          </p:nvSpPr>
          <p:spPr>
            <a:xfrm>
              <a:off x="2440623" y="2804546"/>
              <a:ext cx="27696" cy="30612"/>
            </a:xfrm>
            <a:custGeom>
              <a:avLst/>
              <a:gdLst/>
              <a:ahLst/>
              <a:cxnLst>
                <a:cxn ang="0">
                  <a:pos x="27696" y="6560"/>
                </a:cxn>
                <a:cxn ang="0">
                  <a:pos x="17492" y="30612"/>
                </a:cxn>
                <a:cxn ang="0">
                  <a:pos x="0" y="24052"/>
                </a:cxn>
                <a:cxn ang="0">
                  <a:pos x="10204" y="0"/>
                </a:cxn>
                <a:cxn ang="0">
                  <a:pos x="27696" y="6560"/>
                </a:cxn>
              </a:cxnLst>
              <a:pathLst>
                <a:path w="38" h="42">
                  <a:moveTo>
                    <a:pt x="38" y="9"/>
                  </a:moveTo>
                  <a:lnTo>
                    <a:pt x="24" y="42"/>
                  </a:lnTo>
                  <a:lnTo>
                    <a:pt x="0" y="33"/>
                  </a:lnTo>
                  <a:lnTo>
                    <a:pt x="14" y="0"/>
                  </a:lnTo>
                  <a:lnTo>
                    <a:pt x="38" y="9"/>
                  </a:lnTo>
                  <a:close/>
                </a:path>
              </a:pathLst>
            </a:custGeom>
            <a:solidFill>
              <a:srgbClr val="F9A715"/>
            </a:solidFill>
            <a:ln w="9525">
              <a:noFill/>
            </a:ln>
          </p:spPr>
          <p:txBody>
            <a:bodyPr/>
            <a:p>
              <a:endParaRPr lang="en-US"/>
            </a:p>
          </p:txBody>
        </p:sp>
        <p:sp>
          <p:nvSpPr>
            <p:cNvPr id="27776" name="Freeform 140"/>
            <p:cNvSpPr/>
            <p:nvPr/>
          </p:nvSpPr>
          <p:spPr>
            <a:xfrm>
              <a:off x="2385960" y="2678457"/>
              <a:ext cx="30612" cy="27696"/>
            </a:xfrm>
            <a:custGeom>
              <a:avLst/>
              <a:gdLst/>
              <a:ahLst/>
              <a:cxnLst>
                <a:cxn ang="0">
                  <a:pos x="24052" y="27696"/>
                </a:cxn>
                <a:cxn ang="0">
                  <a:pos x="0" y="18950"/>
                </a:cxn>
                <a:cxn ang="0">
                  <a:pos x="6560" y="0"/>
                </a:cxn>
                <a:cxn ang="0">
                  <a:pos x="30612" y="10204"/>
                </a:cxn>
                <a:cxn ang="0">
                  <a:pos x="24052" y="27696"/>
                </a:cxn>
              </a:cxnLst>
              <a:pathLst>
                <a:path w="42" h="38">
                  <a:moveTo>
                    <a:pt x="33" y="38"/>
                  </a:moveTo>
                  <a:lnTo>
                    <a:pt x="0" y="26"/>
                  </a:lnTo>
                  <a:lnTo>
                    <a:pt x="9" y="0"/>
                  </a:lnTo>
                  <a:lnTo>
                    <a:pt x="42" y="14"/>
                  </a:lnTo>
                  <a:lnTo>
                    <a:pt x="33" y="38"/>
                  </a:lnTo>
                  <a:close/>
                </a:path>
              </a:pathLst>
            </a:custGeom>
            <a:solidFill>
              <a:srgbClr val="F9A715"/>
            </a:solidFill>
            <a:ln w="9525">
              <a:noFill/>
            </a:ln>
          </p:spPr>
          <p:txBody>
            <a:bodyPr/>
            <a:p>
              <a:endParaRPr lang="en-US"/>
            </a:p>
          </p:txBody>
        </p:sp>
        <p:sp>
          <p:nvSpPr>
            <p:cNvPr id="27777" name="Freeform 141"/>
            <p:cNvSpPr/>
            <p:nvPr/>
          </p:nvSpPr>
          <p:spPr>
            <a:xfrm>
              <a:off x="2566711" y="2678457"/>
              <a:ext cx="31340" cy="27696"/>
            </a:xfrm>
            <a:custGeom>
              <a:avLst/>
              <a:gdLst/>
              <a:ahLst/>
              <a:cxnLst>
                <a:cxn ang="0">
                  <a:pos x="0" y="10204"/>
                </a:cxn>
                <a:cxn ang="0">
                  <a:pos x="24052" y="0"/>
                </a:cxn>
                <a:cxn ang="0">
                  <a:pos x="31340" y="17492"/>
                </a:cxn>
                <a:cxn ang="0">
                  <a:pos x="6560" y="27696"/>
                </a:cxn>
                <a:cxn ang="0">
                  <a:pos x="0" y="10204"/>
                </a:cxn>
              </a:cxnLst>
              <a:pathLst>
                <a:path w="43" h="38">
                  <a:moveTo>
                    <a:pt x="0" y="14"/>
                  </a:moveTo>
                  <a:lnTo>
                    <a:pt x="33" y="0"/>
                  </a:lnTo>
                  <a:lnTo>
                    <a:pt x="43" y="24"/>
                  </a:lnTo>
                  <a:lnTo>
                    <a:pt x="9" y="38"/>
                  </a:lnTo>
                  <a:lnTo>
                    <a:pt x="0" y="14"/>
                  </a:lnTo>
                  <a:close/>
                </a:path>
              </a:pathLst>
            </a:custGeom>
            <a:solidFill>
              <a:srgbClr val="F9A715"/>
            </a:solidFill>
            <a:ln w="9525">
              <a:noFill/>
            </a:ln>
          </p:spPr>
          <p:txBody>
            <a:bodyPr/>
            <a:p>
              <a:endParaRPr lang="en-US"/>
            </a:p>
          </p:txBody>
        </p:sp>
        <p:sp>
          <p:nvSpPr>
            <p:cNvPr id="27778" name="Freeform 142"/>
            <p:cNvSpPr/>
            <p:nvPr/>
          </p:nvSpPr>
          <p:spPr>
            <a:xfrm>
              <a:off x="2514964" y="2804546"/>
              <a:ext cx="27696" cy="30612"/>
            </a:xfrm>
            <a:custGeom>
              <a:avLst/>
              <a:gdLst/>
              <a:ahLst/>
              <a:cxnLst>
                <a:cxn ang="0">
                  <a:pos x="27696" y="24052"/>
                </a:cxn>
                <a:cxn ang="0">
                  <a:pos x="10204" y="30612"/>
                </a:cxn>
                <a:cxn ang="0">
                  <a:pos x="0" y="6560"/>
                </a:cxn>
                <a:cxn ang="0">
                  <a:pos x="17492" y="0"/>
                </a:cxn>
                <a:cxn ang="0">
                  <a:pos x="27696" y="24052"/>
                </a:cxn>
              </a:cxnLst>
              <a:pathLst>
                <a:path w="38" h="42">
                  <a:moveTo>
                    <a:pt x="38" y="33"/>
                  </a:moveTo>
                  <a:lnTo>
                    <a:pt x="14" y="42"/>
                  </a:lnTo>
                  <a:lnTo>
                    <a:pt x="0" y="9"/>
                  </a:lnTo>
                  <a:lnTo>
                    <a:pt x="24" y="0"/>
                  </a:lnTo>
                  <a:lnTo>
                    <a:pt x="38" y="33"/>
                  </a:lnTo>
                  <a:close/>
                </a:path>
              </a:pathLst>
            </a:custGeom>
            <a:solidFill>
              <a:srgbClr val="F9A715"/>
            </a:solidFill>
            <a:ln w="9525">
              <a:noFill/>
            </a:ln>
          </p:spPr>
          <p:txBody>
            <a:bodyPr/>
            <a:p>
              <a:endParaRPr lang="en-US"/>
            </a:p>
          </p:txBody>
        </p:sp>
        <p:sp>
          <p:nvSpPr>
            <p:cNvPr id="27779" name="Freeform 143"/>
            <p:cNvSpPr/>
            <p:nvPr/>
          </p:nvSpPr>
          <p:spPr>
            <a:xfrm>
              <a:off x="2385960" y="2754256"/>
              <a:ext cx="32798" cy="27696"/>
            </a:xfrm>
            <a:custGeom>
              <a:avLst/>
              <a:gdLst/>
              <a:ahLst/>
              <a:cxnLst>
                <a:cxn ang="0">
                  <a:pos x="32798" y="17492"/>
                </a:cxn>
                <a:cxn ang="0">
                  <a:pos x="8017" y="27696"/>
                </a:cxn>
                <a:cxn ang="0">
                  <a:pos x="0" y="10204"/>
                </a:cxn>
                <a:cxn ang="0">
                  <a:pos x="24052" y="0"/>
                </a:cxn>
                <a:cxn ang="0">
                  <a:pos x="32798" y="17492"/>
                </a:cxn>
              </a:cxnLst>
              <a:pathLst>
                <a:path w="45" h="38">
                  <a:moveTo>
                    <a:pt x="45" y="24"/>
                  </a:moveTo>
                  <a:lnTo>
                    <a:pt x="11" y="38"/>
                  </a:lnTo>
                  <a:lnTo>
                    <a:pt x="0" y="14"/>
                  </a:lnTo>
                  <a:lnTo>
                    <a:pt x="33" y="0"/>
                  </a:lnTo>
                  <a:lnTo>
                    <a:pt x="45" y="24"/>
                  </a:lnTo>
                  <a:close/>
                </a:path>
              </a:pathLst>
            </a:custGeom>
            <a:solidFill>
              <a:srgbClr val="F9A715"/>
            </a:solidFill>
            <a:ln w="9525">
              <a:noFill/>
            </a:ln>
          </p:spPr>
          <p:txBody>
            <a:bodyPr/>
            <a:p>
              <a:endParaRPr lang="en-US"/>
            </a:p>
          </p:txBody>
        </p:sp>
        <p:sp>
          <p:nvSpPr>
            <p:cNvPr id="27780" name="Freeform 144"/>
            <p:cNvSpPr/>
            <p:nvPr/>
          </p:nvSpPr>
          <p:spPr>
            <a:xfrm>
              <a:off x="2440623" y="2625252"/>
              <a:ext cx="27696" cy="30612"/>
            </a:xfrm>
            <a:custGeom>
              <a:avLst/>
              <a:gdLst/>
              <a:ahLst/>
              <a:cxnLst>
                <a:cxn ang="0">
                  <a:pos x="27696" y="24052"/>
                </a:cxn>
                <a:cxn ang="0">
                  <a:pos x="10204" y="30612"/>
                </a:cxn>
                <a:cxn ang="0">
                  <a:pos x="0" y="6560"/>
                </a:cxn>
                <a:cxn ang="0">
                  <a:pos x="17492" y="0"/>
                </a:cxn>
                <a:cxn ang="0">
                  <a:pos x="27696" y="24052"/>
                </a:cxn>
              </a:cxnLst>
              <a:pathLst>
                <a:path w="38" h="42">
                  <a:moveTo>
                    <a:pt x="38" y="33"/>
                  </a:moveTo>
                  <a:lnTo>
                    <a:pt x="14" y="42"/>
                  </a:lnTo>
                  <a:lnTo>
                    <a:pt x="0" y="9"/>
                  </a:lnTo>
                  <a:lnTo>
                    <a:pt x="24" y="0"/>
                  </a:lnTo>
                  <a:lnTo>
                    <a:pt x="38" y="33"/>
                  </a:lnTo>
                  <a:close/>
                </a:path>
              </a:pathLst>
            </a:custGeom>
            <a:solidFill>
              <a:srgbClr val="F9A715"/>
            </a:solidFill>
            <a:ln w="9525">
              <a:noFill/>
            </a:ln>
          </p:spPr>
          <p:txBody>
            <a:bodyPr/>
            <a:p>
              <a:endParaRPr lang="en-US"/>
            </a:p>
          </p:txBody>
        </p:sp>
        <p:sp>
          <p:nvSpPr>
            <p:cNvPr id="27781" name="Freeform 145"/>
            <p:cNvSpPr/>
            <p:nvPr/>
          </p:nvSpPr>
          <p:spPr>
            <a:xfrm>
              <a:off x="4369857" y="3499128"/>
              <a:ext cx="51748" cy="54663"/>
            </a:xfrm>
            <a:custGeom>
              <a:avLst/>
              <a:gdLst/>
              <a:ahLst/>
              <a:cxnLst>
                <a:cxn ang="0">
                  <a:pos x="48298" y="42705"/>
                </a:cxn>
                <a:cxn ang="0">
                  <a:pos x="12075" y="3416"/>
                </a:cxn>
                <a:cxn ang="0">
                  <a:pos x="12075" y="20499"/>
                </a:cxn>
                <a:cxn ang="0">
                  <a:pos x="31049" y="39289"/>
                </a:cxn>
                <a:cxn ang="0">
                  <a:pos x="48298" y="42705"/>
                </a:cxn>
              </a:cxnLst>
              <a:pathLst>
                <a:path w="30" h="32">
                  <a:moveTo>
                    <a:pt x="28" y="25"/>
                  </a:moveTo>
                  <a:cubicBezTo>
                    <a:pt x="30" y="13"/>
                    <a:pt x="20" y="0"/>
                    <a:pt x="7" y="2"/>
                  </a:cubicBezTo>
                  <a:cubicBezTo>
                    <a:pt x="0" y="2"/>
                    <a:pt x="0" y="13"/>
                    <a:pt x="7" y="12"/>
                  </a:cubicBezTo>
                  <a:cubicBezTo>
                    <a:pt x="13" y="11"/>
                    <a:pt x="19" y="16"/>
                    <a:pt x="18" y="23"/>
                  </a:cubicBezTo>
                  <a:cubicBezTo>
                    <a:pt x="16" y="29"/>
                    <a:pt x="26" y="32"/>
                    <a:pt x="28" y="25"/>
                  </a:cubicBezTo>
                </a:path>
              </a:pathLst>
            </a:custGeom>
            <a:solidFill>
              <a:srgbClr val="2980B9"/>
            </a:solidFill>
            <a:ln w="9525">
              <a:noFill/>
            </a:ln>
          </p:spPr>
          <p:txBody>
            <a:bodyPr/>
            <a:p>
              <a:endParaRPr lang="en-US"/>
            </a:p>
          </p:txBody>
        </p:sp>
        <p:sp>
          <p:nvSpPr>
            <p:cNvPr id="27782" name="Freeform 146"/>
            <p:cNvSpPr/>
            <p:nvPr/>
          </p:nvSpPr>
          <p:spPr>
            <a:xfrm>
              <a:off x="4323211" y="3548689"/>
              <a:ext cx="186582" cy="151599"/>
            </a:xfrm>
            <a:custGeom>
              <a:avLst/>
              <a:gdLst/>
              <a:ahLst/>
              <a:cxnLst>
                <a:cxn ang="0">
                  <a:pos x="5183" y="25841"/>
                </a:cxn>
                <a:cxn ang="0">
                  <a:pos x="5183" y="72354"/>
                </a:cxn>
                <a:cxn ang="0">
                  <a:pos x="53556" y="149876"/>
                </a:cxn>
                <a:cxn ang="0">
                  <a:pos x="62194" y="151599"/>
                </a:cxn>
                <a:cxn ang="0">
                  <a:pos x="86381" y="141263"/>
                </a:cxn>
                <a:cxn ang="0">
                  <a:pos x="110567" y="151599"/>
                </a:cxn>
                <a:cxn ang="0">
                  <a:pos x="162395" y="17227"/>
                </a:cxn>
                <a:cxn ang="0">
                  <a:pos x="158940" y="13782"/>
                </a:cxn>
                <a:cxn ang="0">
                  <a:pos x="120933" y="0"/>
                </a:cxn>
                <a:cxn ang="0">
                  <a:pos x="86381" y="8614"/>
                </a:cxn>
                <a:cxn ang="0">
                  <a:pos x="86381" y="8614"/>
                </a:cxn>
                <a:cxn ang="0">
                  <a:pos x="77743" y="5168"/>
                </a:cxn>
                <a:cxn ang="0">
                  <a:pos x="55284" y="0"/>
                </a:cxn>
                <a:cxn ang="0">
                  <a:pos x="51828" y="0"/>
                </a:cxn>
                <a:cxn ang="0">
                  <a:pos x="5183" y="25841"/>
                </a:cxn>
              </a:cxnLst>
              <a:pathLst>
                <a:path w="108" h="88">
                  <a:moveTo>
                    <a:pt x="3" y="15"/>
                  </a:moveTo>
                  <a:cubicBezTo>
                    <a:pt x="0" y="23"/>
                    <a:pt x="1" y="33"/>
                    <a:pt x="3" y="42"/>
                  </a:cubicBezTo>
                  <a:cubicBezTo>
                    <a:pt x="6" y="57"/>
                    <a:pt x="13" y="82"/>
                    <a:pt x="31" y="87"/>
                  </a:cubicBezTo>
                  <a:cubicBezTo>
                    <a:pt x="33" y="88"/>
                    <a:pt x="34" y="88"/>
                    <a:pt x="36" y="88"/>
                  </a:cubicBezTo>
                  <a:cubicBezTo>
                    <a:pt x="41" y="88"/>
                    <a:pt x="46" y="86"/>
                    <a:pt x="50" y="82"/>
                  </a:cubicBezTo>
                  <a:cubicBezTo>
                    <a:pt x="55" y="86"/>
                    <a:pt x="59" y="88"/>
                    <a:pt x="64" y="88"/>
                  </a:cubicBezTo>
                  <a:cubicBezTo>
                    <a:pt x="90" y="88"/>
                    <a:pt x="108" y="29"/>
                    <a:pt x="94" y="10"/>
                  </a:cubicBezTo>
                  <a:cubicBezTo>
                    <a:pt x="93" y="9"/>
                    <a:pt x="93" y="8"/>
                    <a:pt x="92" y="8"/>
                  </a:cubicBezTo>
                  <a:cubicBezTo>
                    <a:pt x="86" y="2"/>
                    <a:pt x="78" y="0"/>
                    <a:pt x="70" y="0"/>
                  </a:cubicBezTo>
                  <a:cubicBezTo>
                    <a:pt x="63" y="0"/>
                    <a:pt x="56" y="2"/>
                    <a:pt x="50" y="5"/>
                  </a:cubicBezTo>
                  <a:cubicBezTo>
                    <a:pt x="50" y="5"/>
                    <a:pt x="50" y="5"/>
                    <a:pt x="50" y="5"/>
                  </a:cubicBezTo>
                  <a:cubicBezTo>
                    <a:pt x="49" y="5"/>
                    <a:pt x="46" y="3"/>
                    <a:pt x="45" y="3"/>
                  </a:cubicBezTo>
                  <a:cubicBezTo>
                    <a:pt x="41" y="1"/>
                    <a:pt x="36" y="0"/>
                    <a:pt x="32" y="0"/>
                  </a:cubicBezTo>
                  <a:cubicBezTo>
                    <a:pt x="31" y="0"/>
                    <a:pt x="31" y="0"/>
                    <a:pt x="30" y="0"/>
                  </a:cubicBezTo>
                  <a:cubicBezTo>
                    <a:pt x="20" y="0"/>
                    <a:pt x="7" y="4"/>
                    <a:pt x="3" y="15"/>
                  </a:cubicBezTo>
                </a:path>
              </a:pathLst>
            </a:custGeom>
            <a:solidFill>
              <a:srgbClr val="00BE9C"/>
            </a:solidFill>
            <a:ln w="9525">
              <a:noFill/>
            </a:ln>
          </p:spPr>
          <p:txBody>
            <a:bodyPr/>
            <a:p>
              <a:endParaRPr lang="en-US"/>
            </a:p>
          </p:txBody>
        </p:sp>
      </p:grpSp>
      <p:sp>
        <p:nvSpPr>
          <p:cNvPr id="27783" name="矩形 151"/>
          <p:cNvSpPr/>
          <p:nvPr>
            <p:custDataLst>
              <p:tags r:id="rId1"/>
            </p:custDataLst>
          </p:nvPr>
        </p:nvSpPr>
        <p:spPr>
          <a:xfrm>
            <a:off x="5479415" y="2345055"/>
            <a:ext cx="5716905" cy="521970"/>
          </a:xfrm>
          <a:prstGeom prst="rect">
            <a:avLst/>
          </a:prstGeom>
          <a:noFill/>
          <a:ln w="9525">
            <a:noFill/>
          </a:ln>
        </p:spPr>
        <p:txBody>
          <a:bodyPr wrap="square" anchor="t" anchorCtr="0">
            <a:spAutoFit/>
          </a:bodyPr>
          <a:p>
            <a:pPr marL="457200" indent="-457200">
              <a:buFont typeface="Wingdings" panose="05000000000000000000" charset="0"/>
              <a:buChar char="Ø"/>
            </a:pPr>
            <a:r>
              <a:rPr lang="en-US" altLang="zh-CN" sz="2800" dirty="0">
                <a:solidFill>
                  <a:schemeClr val="bg1"/>
                </a:solidFill>
                <a:latin typeface="Calibri Light" panose="020F0302020204030204" pitchFamily="34" charset="0"/>
                <a:ea typeface="Microsoft YaHei" panose="020B0503020204020204" pitchFamily="34" charset="-122"/>
              </a:rPr>
              <a:t>Project overview &amp; objectives</a:t>
            </a:r>
            <a:endParaRPr lang="en-US" altLang="zh-CN" sz="2800" dirty="0">
              <a:solidFill>
                <a:schemeClr val="bg1"/>
              </a:solidFill>
              <a:latin typeface="Calibri Light" panose="020F0302020204030204" pitchFamily="34" charset="0"/>
              <a:ea typeface="Microsoft YaHei" panose="020B0503020204020204" pitchFamily="34" charset="-122"/>
            </a:endParaRPr>
          </a:p>
        </p:txBody>
      </p:sp>
      <p:sp>
        <p:nvSpPr>
          <p:cNvPr id="27785" name="矩形 153"/>
          <p:cNvSpPr/>
          <p:nvPr>
            <p:custDataLst>
              <p:tags r:id="rId2"/>
            </p:custDataLst>
          </p:nvPr>
        </p:nvSpPr>
        <p:spPr>
          <a:xfrm>
            <a:off x="5478780" y="3136900"/>
            <a:ext cx="3799840" cy="521970"/>
          </a:xfrm>
          <a:prstGeom prst="rect">
            <a:avLst/>
          </a:prstGeom>
          <a:noFill/>
          <a:ln w="9525">
            <a:noFill/>
          </a:ln>
        </p:spPr>
        <p:txBody>
          <a:bodyPr wrap="square" anchor="t" anchorCtr="0">
            <a:spAutoFit/>
          </a:bodyPr>
          <a:p>
            <a:pPr marL="457200" indent="-457200">
              <a:buFont typeface="Wingdings" panose="05000000000000000000" charset="0"/>
              <a:buChar char="Ø"/>
            </a:pPr>
            <a:r>
              <a:rPr lang="en-US" altLang="zh-CN" sz="2800" dirty="0">
                <a:solidFill>
                  <a:schemeClr val="bg1"/>
                </a:solidFill>
                <a:latin typeface="Calibri Light" panose="020F0302020204030204" pitchFamily="34" charset="0"/>
                <a:ea typeface="Microsoft YaHei" panose="020B0503020204020204" pitchFamily="34" charset="-122"/>
              </a:rPr>
              <a:t>Problem Statement</a:t>
            </a:r>
            <a:endParaRPr lang="en-US" altLang="zh-CN" sz="2800" dirty="0">
              <a:solidFill>
                <a:schemeClr val="bg1"/>
              </a:solidFill>
              <a:latin typeface="Calibri Light" panose="020F0302020204030204" pitchFamily="34" charset="0"/>
              <a:ea typeface="Microsoft YaHei" panose="020B0503020204020204" pitchFamily="34" charset="-122"/>
            </a:endParaRPr>
          </a:p>
        </p:txBody>
      </p:sp>
      <p:sp>
        <p:nvSpPr>
          <p:cNvPr id="27787" name="矩形 155"/>
          <p:cNvSpPr/>
          <p:nvPr>
            <p:custDataLst>
              <p:tags r:id="rId3"/>
            </p:custDataLst>
          </p:nvPr>
        </p:nvSpPr>
        <p:spPr>
          <a:xfrm>
            <a:off x="5478145" y="3924935"/>
            <a:ext cx="3840480" cy="521970"/>
          </a:xfrm>
          <a:prstGeom prst="rect">
            <a:avLst/>
          </a:prstGeom>
          <a:noFill/>
          <a:ln w="9525">
            <a:noFill/>
          </a:ln>
        </p:spPr>
        <p:txBody>
          <a:bodyPr wrap="square" anchor="t" anchorCtr="0">
            <a:spAutoFit/>
          </a:bodyPr>
          <a:p>
            <a:pPr marL="457200" indent="-457200">
              <a:buFont typeface="Wingdings" panose="05000000000000000000" charset="0"/>
              <a:buChar char="Ø"/>
            </a:pPr>
            <a:r>
              <a:rPr lang="en-US" altLang="zh-CN" sz="2800" dirty="0">
                <a:solidFill>
                  <a:schemeClr val="bg1"/>
                </a:solidFill>
                <a:latin typeface="Calibri Light" panose="020F0302020204030204" pitchFamily="34" charset="0"/>
                <a:ea typeface="Microsoft YaHei" panose="020B0503020204020204" pitchFamily="34" charset="-122"/>
              </a:rPr>
              <a:t>Dataset Description</a:t>
            </a:r>
            <a:endParaRPr lang="en-US" altLang="zh-CN" sz="2800" dirty="0">
              <a:solidFill>
                <a:schemeClr val="bg1"/>
              </a:solidFill>
              <a:latin typeface="Calibri Light" panose="020F0302020204030204" pitchFamily="34" charset="0"/>
              <a:ea typeface="Microsoft YaHei" panose="020B0503020204020204" pitchFamily="34" charset="-122"/>
            </a:endParaRPr>
          </a:p>
        </p:txBody>
      </p:sp>
      <p:sp>
        <p:nvSpPr>
          <p:cNvPr id="5" name="矩形 155"/>
          <p:cNvSpPr/>
          <p:nvPr>
            <p:custDataLst>
              <p:tags r:id="rId4"/>
            </p:custDataLst>
          </p:nvPr>
        </p:nvSpPr>
        <p:spPr>
          <a:xfrm>
            <a:off x="5450205" y="4658360"/>
            <a:ext cx="5903595" cy="1016635"/>
          </a:xfrm>
          <a:prstGeom prst="rect">
            <a:avLst/>
          </a:prstGeom>
          <a:noFill/>
          <a:ln w="9525">
            <a:noFill/>
          </a:ln>
        </p:spPr>
        <p:txBody>
          <a:bodyPr wrap="none" anchor="t" anchorCtr="0">
            <a:noAutofit/>
          </a:bodyPr>
          <a:p>
            <a:pPr marL="457200" indent="-457200">
              <a:buFont typeface="Wingdings" panose="05000000000000000000" charset="0"/>
              <a:buChar char="Ø"/>
            </a:pPr>
            <a:r>
              <a:rPr lang="en-US" altLang="zh-CN" sz="2800" dirty="0">
                <a:solidFill>
                  <a:schemeClr val="bg1"/>
                </a:solidFill>
                <a:latin typeface="Calibri Light" panose="020F0302020204030204" pitchFamily="34" charset="0"/>
                <a:ea typeface="Microsoft YaHei" panose="020B0503020204020204" pitchFamily="34" charset="-122"/>
              </a:rPr>
              <a:t>Ad-hoc Requests, Results (queries), </a:t>
            </a:r>
            <a:endParaRPr lang="en-US" altLang="zh-CN" sz="2800" dirty="0">
              <a:solidFill>
                <a:schemeClr val="bg1"/>
              </a:solidFill>
              <a:latin typeface="Calibri Light" panose="020F0302020204030204" pitchFamily="34" charset="0"/>
              <a:ea typeface="Microsoft YaHei" panose="020B0503020204020204" pitchFamily="34" charset="-122"/>
            </a:endParaRPr>
          </a:p>
          <a:p>
            <a:pPr>
              <a:buFont typeface="Wingdings" panose="05000000000000000000" charset="0"/>
            </a:pPr>
            <a:r>
              <a:rPr lang="en-US" altLang="zh-CN" sz="2800" dirty="0">
                <a:solidFill>
                  <a:schemeClr val="bg1"/>
                </a:solidFill>
                <a:latin typeface="Calibri Light" panose="020F0302020204030204" pitchFamily="34" charset="0"/>
                <a:ea typeface="Microsoft YaHei" panose="020B0503020204020204" pitchFamily="34" charset="-122"/>
              </a:rPr>
              <a:t>      Visualization &amp; Insights</a:t>
            </a:r>
            <a:endParaRPr lang="en-US" altLang="zh-CN" sz="2800" dirty="0">
              <a:solidFill>
                <a:schemeClr val="bg1"/>
              </a:solidFill>
              <a:latin typeface="Calibri Light" panose="020F0302020204030204" pitchFamily="34" charset="0"/>
              <a:ea typeface="Microsoft YaHei"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77875"/>
          </a:xfrm>
        </p:spPr>
        <p:txBody>
          <a:bodyPr/>
          <a:p>
            <a:r>
              <a:rPr lang="en-US" altLang="en-US">
                <a:sym typeface="+mn-ea"/>
              </a:rPr>
              <a:t>Project Overview &amp; Objectives</a:t>
            </a:r>
            <a:endParaRPr lang="en-US"/>
          </a:p>
        </p:txBody>
      </p:sp>
      <p:sp>
        <p:nvSpPr>
          <p:cNvPr id="3" name="Text Box 2"/>
          <p:cNvSpPr txBox="1"/>
          <p:nvPr/>
        </p:nvSpPr>
        <p:spPr>
          <a:xfrm>
            <a:off x="548640" y="1273175"/>
            <a:ext cx="11015980" cy="4970145"/>
          </a:xfrm>
          <a:prstGeom prst="rect">
            <a:avLst/>
          </a:prstGeom>
          <a:noFill/>
        </p:spPr>
        <p:txBody>
          <a:bodyPr wrap="square" rtlCol="0">
            <a:noAutofit/>
          </a:bodyPr>
          <a:p>
            <a:r>
              <a:rPr lang="en-US" altLang="en-US" sz="2400">
                <a:solidFill>
                  <a:schemeClr val="bg1"/>
                </a:solidFill>
                <a:sym typeface="+mn-ea"/>
              </a:rPr>
              <a:t>Project Overview</a:t>
            </a:r>
            <a:endParaRPr lang="en-US" altLang="en-US" sz="2400">
              <a:solidFill>
                <a:schemeClr val="bg1"/>
              </a:solidFill>
            </a:endParaRPr>
          </a:p>
          <a:p>
            <a:endParaRPr lang="en-US" altLang="en-US">
              <a:solidFill>
                <a:schemeClr val="bg1"/>
              </a:solidFill>
            </a:endParaRPr>
          </a:p>
          <a:p>
            <a:pPr marL="285750" indent="-285750" algn="just">
              <a:buFont typeface="Arial" panose="020B0604020202020204" pitchFamily="34" charset="0"/>
              <a:buChar char="•"/>
            </a:pPr>
            <a:r>
              <a:rPr lang="en-US" altLang="en-US" sz="2400" b="1">
                <a:solidFill>
                  <a:schemeClr val="bg1"/>
                </a:solidFill>
                <a:sym typeface="+mn-ea"/>
              </a:rPr>
              <a:t>AtliQ Hardwares</a:t>
            </a:r>
            <a:r>
              <a:rPr lang="en-US" altLang="en-US" sz="2400">
                <a:solidFill>
                  <a:schemeClr val="bg1"/>
                </a:solidFill>
                <a:sym typeface="+mn-ea"/>
              </a:rPr>
              <a:t> is a leading </a:t>
            </a:r>
            <a:r>
              <a:rPr lang="en-US" altLang="en-US" sz="2400" b="1">
                <a:solidFill>
                  <a:schemeClr val="bg1"/>
                </a:solidFill>
                <a:sym typeface="+mn-ea"/>
              </a:rPr>
              <a:t>computer hardware manufacturer</a:t>
            </a:r>
            <a:r>
              <a:rPr lang="en-US" altLang="en-US" sz="2400">
                <a:solidFill>
                  <a:schemeClr val="bg1"/>
                </a:solidFill>
                <a:sym typeface="+mn-ea"/>
              </a:rPr>
              <a:t> in India with a </a:t>
            </a:r>
            <a:r>
              <a:rPr lang="en-US" altLang="en-US" sz="2400" b="1">
                <a:solidFill>
                  <a:schemeClr val="bg1"/>
                </a:solidFill>
                <a:sym typeface="+mn-ea"/>
              </a:rPr>
              <a:t>strong global presence</a:t>
            </a:r>
            <a:r>
              <a:rPr lang="en-US" altLang="en-US" sz="2400">
                <a:solidFill>
                  <a:schemeClr val="bg1"/>
                </a:solidFill>
                <a:sym typeface="+mn-ea"/>
              </a:rPr>
              <a:t>.</a:t>
            </a:r>
            <a:endParaRPr lang="en-US" altLang="en-US" sz="2400">
              <a:solidFill>
                <a:schemeClr val="bg1"/>
              </a:solidFill>
            </a:endParaRPr>
          </a:p>
          <a:p>
            <a:pPr marL="285750" indent="-285750" algn="just">
              <a:buFont typeface="Arial" panose="020B0604020202020204" pitchFamily="34" charset="0"/>
              <a:buChar char="•"/>
            </a:pPr>
            <a:r>
              <a:rPr lang="en-US" altLang="en-US" sz="2400">
                <a:solidFill>
                  <a:schemeClr val="bg1"/>
                </a:solidFill>
                <a:sym typeface="+mn-ea"/>
              </a:rPr>
              <a:t>To </a:t>
            </a:r>
            <a:r>
              <a:rPr lang="en-US" altLang="en-US" sz="2400" b="1">
                <a:solidFill>
                  <a:schemeClr val="bg1"/>
                </a:solidFill>
                <a:sym typeface="+mn-ea"/>
              </a:rPr>
              <a:t>improve business performance</a:t>
            </a:r>
            <a:r>
              <a:rPr lang="en-US" altLang="en-US" sz="2400">
                <a:solidFill>
                  <a:schemeClr val="bg1"/>
                </a:solidFill>
                <a:sym typeface="+mn-ea"/>
              </a:rPr>
              <a:t> and </a:t>
            </a:r>
            <a:r>
              <a:rPr lang="en-US" altLang="en-US" sz="2400" b="1">
                <a:solidFill>
                  <a:schemeClr val="bg1"/>
                </a:solidFill>
                <a:sym typeface="+mn-ea"/>
              </a:rPr>
              <a:t>support strategic decision-making</a:t>
            </a:r>
            <a:r>
              <a:rPr lang="en-US" altLang="en-US" sz="2400">
                <a:solidFill>
                  <a:schemeClr val="bg1"/>
                </a:solidFill>
                <a:sym typeface="+mn-ea"/>
              </a:rPr>
              <a:t>, the company initiated a data-driven evaluation process for data analyst.</a:t>
            </a:r>
            <a:endParaRPr lang="en-US" altLang="en-US" sz="2400">
              <a:solidFill>
                <a:schemeClr val="bg1"/>
              </a:solidFill>
            </a:endParaRPr>
          </a:p>
          <a:p>
            <a:endParaRPr lang="en-US" altLang="en-US">
              <a:solidFill>
                <a:schemeClr val="bg1"/>
              </a:solidFill>
            </a:endParaRPr>
          </a:p>
          <a:p>
            <a:r>
              <a:rPr lang="en-US" altLang="en-US" sz="2400">
                <a:solidFill>
                  <a:schemeClr val="bg1"/>
                </a:solidFill>
                <a:sym typeface="+mn-ea"/>
              </a:rPr>
              <a:t>Objectives</a:t>
            </a:r>
            <a:endParaRPr lang="en-US" altLang="en-US" sz="2400">
              <a:solidFill>
                <a:schemeClr val="bg1"/>
              </a:solidFill>
            </a:endParaRPr>
          </a:p>
          <a:p>
            <a:endParaRPr lang="en-US" altLang="en-US">
              <a:solidFill>
                <a:schemeClr val="bg1"/>
              </a:solidFill>
            </a:endParaRPr>
          </a:p>
          <a:p>
            <a:pPr marL="285750" indent="-285750">
              <a:buFont typeface="Wingdings" panose="05000000000000000000" charset="0"/>
              <a:buChar char="Ø"/>
            </a:pPr>
            <a:r>
              <a:rPr lang="en-US" altLang="en-US" sz="2400">
                <a:solidFill>
                  <a:schemeClr val="bg1"/>
                </a:solidFill>
                <a:sym typeface="+mn-ea"/>
              </a:rPr>
              <a:t>Understand business questions from the ad-hoc request document and translate them into analytical tasks.</a:t>
            </a:r>
            <a:endParaRPr lang="en-US" altLang="en-US" sz="2400">
              <a:solidFill>
                <a:schemeClr val="bg1"/>
              </a:solidFill>
            </a:endParaRPr>
          </a:p>
          <a:p>
            <a:pPr marL="285750" indent="-285750">
              <a:buFont typeface="Wingdings" panose="05000000000000000000" charset="0"/>
              <a:buChar char="Ø"/>
            </a:pPr>
            <a:r>
              <a:rPr lang="en-US" altLang="en-US" sz="2400">
                <a:solidFill>
                  <a:schemeClr val="bg1"/>
                </a:solidFill>
                <a:sym typeface="+mn-ea"/>
              </a:rPr>
              <a:t>Write optimized SQL queries to extract accurate insights from the database.</a:t>
            </a:r>
            <a:endParaRPr lang="en-US" altLang="en-US" sz="2400">
              <a:solidFill>
                <a:schemeClr val="bg1"/>
              </a:solidFill>
            </a:endParaRPr>
          </a:p>
          <a:p>
            <a:pPr marL="285750" indent="-285750">
              <a:buFont typeface="Wingdings" panose="05000000000000000000" charset="0"/>
              <a:buChar char="Ø"/>
            </a:pPr>
            <a:r>
              <a:rPr lang="en-US" altLang="en-US" sz="2400">
                <a:solidFill>
                  <a:schemeClr val="bg1"/>
                </a:solidFill>
                <a:sym typeface="+mn-ea"/>
              </a:rPr>
              <a:t>Interpret results and convert data findings into meaningful business insights.</a:t>
            </a:r>
            <a:endParaRPr lang="en-US" altLang="en-US" sz="2400">
              <a:solidFill>
                <a:schemeClr val="bg1"/>
              </a:solidFill>
            </a:endParaRPr>
          </a:p>
          <a:p>
            <a:endParaRPr lang="en-US" altLang="en-US" sz="240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标题 1"/>
          <p:cNvSpPr>
            <a:spLocks noGrp="1"/>
          </p:cNvSpPr>
          <p:nvPr>
            <p:ph type="title"/>
          </p:nvPr>
        </p:nvSpPr>
        <p:spPr>
          <a:xfrm>
            <a:off x="4529455" y="496570"/>
            <a:ext cx="7133590" cy="784225"/>
          </a:xfrm>
        </p:spPr>
        <p:txBody>
          <a:bodyPr wrap="square" lIns="91440" tIns="45720" rIns="91440" bIns="45720" anchor="b" anchorCtr="0"/>
          <a:p>
            <a:pPr defTabSz="914400">
              <a:buNone/>
            </a:pPr>
            <a:r>
              <a:rPr lang="en-US" altLang="zh-CN" sz="4400" kern="1200" dirty="0">
                <a:latin typeface="+mj-lt"/>
                <a:ea typeface="+mj-ea"/>
                <a:cs typeface="+mj-cs"/>
              </a:rPr>
              <a:t>PROBLEM STATEMENT</a:t>
            </a:r>
            <a:endParaRPr lang="en-US" altLang="zh-CN" sz="4400" kern="1200" dirty="0">
              <a:latin typeface="+mj-lt"/>
              <a:ea typeface="+mj-ea"/>
              <a:cs typeface="+mj-cs"/>
            </a:endParaRPr>
          </a:p>
        </p:txBody>
      </p:sp>
      <p:sp>
        <p:nvSpPr>
          <p:cNvPr id="13314" name="文本占位符 2"/>
          <p:cNvSpPr>
            <a:spLocks noGrp="1"/>
          </p:cNvSpPr>
          <p:nvPr>
            <p:ph type="body" idx="1"/>
          </p:nvPr>
        </p:nvSpPr>
        <p:spPr>
          <a:xfrm>
            <a:off x="4514850" y="1340485"/>
            <a:ext cx="7148195" cy="5011420"/>
          </a:xfrm>
        </p:spPr>
        <p:txBody>
          <a:bodyPr wrap="square" lIns="91440" tIns="45720" rIns="91440" bIns="45720" anchor="t" anchorCtr="0"/>
          <a:p>
            <a:pPr algn="l" defTabSz="914400"/>
            <a:r>
              <a:rPr lang="en-US" altLang="en-US" sz="2800" b="1" kern="1200" dirty="0">
                <a:latin typeface="+mn-lt"/>
                <a:ea typeface="+mn-ea"/>
                <a:cs typeface="+mn-cs"/>
              </a:rPr>
              <a:t>Consumer Goods Ad-Hoc Analysis | AtliQ Hardwares</a:t>
            </a:r>
            <a:endParaRPr lang="en-US" altLang="en-US" sz="2800" b="1" kern="1200" dirty="0">
              <a:latin typeface="+mn-lt"/>
              <a:ea typeface="+mn-ea"/>
              <a:cs typeface="+mn-cs"/>
            </a:endParaRPr>
          </a:p>
          <a:p>
            <a:pPr algn="l" defTabSz="914400"/>
            <a:r>
              <a:rPr lang="en-US" altLang="en-US" sz="1600" b="1" u="sng" kern="1200" dirty="0">
                <a:latin typeface="+mn-lt"/>
                <a:ea typeface="+mn-ea"/>
                <a:cs typeface="+mn-cs"/>
              </a:rPr>
              <a:t>Domain</a:t>
            </a:r>
            <a:r>
              <a:rPr lang="en-US" altLang="en-US" sz="1600" kern="1200" dirty="0">
                <a:latin typeface="+mn-lt"/>
                <a:ea typeface="+mn-ea"/>
                <a:cs typeface="+mn-cs"/>
              </a:rPr>
              <a:t>: Consumer Goods</a:t>
            </a:r>
            <a:endParaRPr lang="en-US" altLang="en-US" sz="1600" kern="1200" dirty="0">
              <a:latin typeface="+mn-lt"/>
              <a:ea typeface="+mn-ea"/>
              <a:cs typeface="+mn-cs"/>
            </a:endParaRPr>
          </a:p>
          <a:p>
            <a:pPr algn="l" defTabSz="914400"/>
            <a:r>
              <a:rPr lang="en-US" altLang="en-US" sz="1600" b="1" u="sng" kern="1200" dirty="0">
                <a:latin typeface="+mn-lt"/>
                <a:ea typeface="+mn-ea"/>
                <a:cs typeface="+mn-cs"/>
              </a:rPr>
              <a:t>Function</a:t>
            </a:r>
            <a:r>
              <a:rPr lang="en-US" altLang="en-US" sz="1600" kern="1200" dirty="0">
                <a:latin typeface="+mn-lt"/>
                <a:ea typeface="+mn-ea"/>
                <a:cs typeface="+mn-cs"/>
              </a:rPr>
              <a:t>: Executive Management</a:t>
            </a:r>
            <a:endParaRPr lang="en-US" altLang="en-US" sz="1600" kern="1200" dirty="0">
              <a:latin typeface="+mn-lt"/>
              <a:ea typeface="+mn-ea"/>
              <a:cs typeface="+mn-cs"/>
            </a:endParaRPr>
          </a:p>
          <a:p>
            <a:pPr defTabSz="914400"/>
            <a:endParaRPr lang="en-US" altLang="en-US" kern="1200" dirty="0">
              <a:latin typeface="+mn-lt"/>
              <a:ea typeface="+mn-ea"/>
              <a:cs typeface="+mn-cs"/>
            </a:endParaRPr>
          </a:p>
          <a:p>
            <a:pPr marL="342900" indent="-342900" defTabSz="914400">
              <a:buFont typeface="Arial" panose="020B0604020202020204" pitchFamily="34" charset="0"/>
              <a:buChar char="•"/>
            </a:pPr>
            <a:r>
              <a:rPr lang="en-US" altLang="en-US" sz="2000" kern="1200" dirty="0">
                <a:latin typeface="+mn-lt"/>
                <a:ea typeface="+mn-ea"/>
                <a:cs typeface="+mn-cs"/>
              </a:rPr>
              <a:t>Rapid growth, but leadership lacks fast actionable insights for smart decisions.</a:t>
            </a:r>
            <a:endParaRPr lang="en-US" altLang="en-US" sz="2000" kern="1200" dirty="0">
              <a:latin typeface="+mn-lt"/>
              <a:ea typeface="+mn-ea"/>
              <a:cs typeface="+mn-cs"/>
            </a:endParaRPr>
          </a:p>
          <a:p>
            <a:pPr marL="342900" indent="-342900" defTabSz="914400">
              <a:buFont typeface="Arial" panose="020B0604020202020204" pitchFamily="34" charset="0"/>
              <a:buChar char="•"/>
            </a:pPr>
            <a:r>
              <a:rPr lang="en-US" altLang="en-US" sz="2000" kern="1200" dirty="0">
                <a:latin typeface="+mn-lt"/>
                <a:ea typeface="+mn-ea"/>
                <a:cs typeface="+mn-cs"/>
              </a:rPr>
              <a:t>Need to decode real business scenarios and convert them into analytics tasks.</a:t>
            </a:r>
            <a:endParaRPr lang="en-US" altLang="en-US" sz="2000" kern="1200" dirty="0">
              <a:latin typeface="+mn-lt"/>
              <a:ea typeface="+mn-ea"/>
              <a:cs typeface="+mn-cs"/>
            </a:endParaRPr>
          </a:p>
          <a:p>
            <a:pPr marL="342900" indent="-342900" defTabSz="914400">
              <a:buFont typeface="Arial" panose="020B0604020202020204" pitchFamily="34" charset="0"/>
              <a:buChar char="•"/>
            </a:pPr>
            <a:r>
              <a:rPr lang="en-US" altLang="en-US" sz="2000" kern="1200" dirty="0">
                <a:latin typeface="+mn-lt"/>
                <a:ea typeface="+mn-ea"/>
                <a:cs typeface="+mn-cs"/>
              </a:rPr>
              <a:t>Solve 10 ad-hoc business queries using efficient SQL logic.</a:t>
            </a:r>
            <a:endParaRPr lang="en-US" altLang="en-US" sz="2000" kern="1200" dirty="0">
              <a:latin typeface="+mn-lt"/>
              <a:ea typeface="+mn-ea"/>
              <a:cs typeface="+mn-cs"/>
            </a:endParaRPr>
          </a:p>
          <a:p>
            <a:pPr marL="342900" indent="-342900" defTabSz="914400">
              <a:buFont typeface="Arial" panose="020B0604020202020204" pitchFamily="34" charset="0"/>
              <a:buChar char="•"/>
            </a:pPr>
            <a:r>
              <a:rPr lang="en-US" altLang="en-US" sz="2000" kern="1200" dirty="0">
                <a:latin typeface="+mn-lt"/>
                <a:ea typeface="+mn-ea"/>
                <a:cs typeface="+mn-cs"/>
              </a:rPr>
              <a:t>Turn raw data into executive ready insights for top management.</a:t>
            </a:r>
            <a:endParaRPr lang="en-US" altLang="en-US" sz="2000" kern="1200" dirty="0">
              <a:latin typeface="+mn-lt"/>
              <a:ea typeface="+mn-ea"/>
              <a:cs typeface="+mn-cs"/>
            </a:endParaRPr>
          </a:p>
          <a:p>
            <a:pPr defTabSz="914400">
              <a:buFont typeface="Arial" panose="020B0604020202020204" pitchFamily="34" charset="0"/>
            </a:pPr>
            <a:endParaRPr lang="en-US" altLang="en-US" sz="2000" kern="1200" dirty="0">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53440"/>
          </a:xfrm>
        </p:spPr>
        <p:txBody>
          <a:bodyPr/>
          <a:p>
            <a:r>
              <a:rPr lang="en-US"/>
              <a:t>Dataset Description</a:t>
            </a:r>
            <a:endParaRPr lang="en-US"/>
          </a:p>
        </p:txBody>
      </p:sp>
      <p:sp>
        <p:nvSpPr>
          <p:cNvPr id="3" name="Text Box 2"/>
          <p:cNvSpPr txBox="1"/>
          <p:nvPr/>
        </p:nvSpPr>
        <p:spPr>
          <a:xfrm>
            <a:off x="520065" y="1243965"/>
            <a:ext cx="5575935" cy="4801235"/>
          </a:xfrm>
          <a:prstGeom prst="rect">
            <a:avLst/>
          </a:prstGeom>
          <a:noFill/>
        </p:spPr>
        <p:txBody>
          <a:bodyPr wrap="square" rtlCol="0">
            <a:noAutofit/>
          </a:bodyPr>
          <a:p>
            <a:pPr marL="285750" indent="-285750">
              <a:buFont typeface="Arial" panose="020B0604020202020204" pitchFamily="34" charset="0"/>
              <a:buChar char="•"/>
            </a:pPr>
            <a:r>
              <a:rPr lang="en-US" altLang="en-US" sz="1800">
                <a:solidFill>
                  <a:schemeClr val="bg1"/>
                </a:solidFill>
              </a:rPr>
              <a:t>dim_customer : Customer details including market, region, platform &amp; channel.</a:t>
            </a:r>
            <a:endParaRPr lang="en-US" altLang="en-US" sz="1800">
              <a:solidFill>
                <a:schemeClr val="bg1"/>
              </a:solidFill>
            </a:endParaRPr>
          </a:p>
          <a:p>
            <a:pPr marL="285750" indent="-285750">
              <a:buFont typeface="Arial" panose="020B0604020202020204" pitchFamily="34" charset="0"/>
              <a:buChar char="•"/>
            </a:pPr>
            <a:endParaRPr lang="en-US" altLang="en-US" sz="1800">
              <a:solidFill>
                <a:schemeClr val="bg1"/>
              </a:solidFill>
            </a:endParaRPr>
          </a:p>
          <a:p>
            <a:pPr marL="285750" indent="-285750">
              <a:buFont typeface="Arial" panose="020B0604020202020204" pitchFamily="34" charset="0"/>
              <a:buChar char="•"/>
            </a:pPr>
            <a:r>
              <a:rPr lang="en-US" altLang="en-US" sz="1800">
                <a:solidFill>
                  <a:schemeClr val="bg1"/>
                </a:solidFill>
              </a:rPr>
              <a:t>dim_product : Product attributes division, segment, category &amp; variants.</a:t>
            </a:r>
            <a:endParaRPr lang="en-US" altLang="en-US" sz="1800">
              <a:solidFill>
                <a:schemeClr val="bg1"/>
              </a:solidFill>
            </a:endParaRPr>
          </a:p>
          <a:p>
            <a:pPr marL="285750" indent="-285750">
              <a:buFont typeface="Arial" panose="020B0604020202020204" pitchFamily="34" charset="0"/>
              <a:buChar char="•"/>
            </a:pPr>
            <a:endParaRPr lang="en-US" altLang="en-US" sz="1800">
              <a:solidFill>
                <a:schemeClr val="bg1"/>
              </a:solidFill>
            </a:endParaRPr>
          </a:p>
          <a:p>
            <a:pPr marL="285750" indent="-285750">
              <a:buFont typeface="Arial" panose="020B0604020202020204" pitchFamily="34" charset="0"/>
              <a:buChar char="•"/>
            </a:pPr>
            <a:r>
              <a:rPr lang="en-US" altLang="en-US" sz="1800">
                <a:solidFill>
                  <a:schemeClr val="bg1"/>
                </a:solidFill>
              </a:rPr>
              <a:t>fact_gross_price : Product-wise yearly gross selling prices for the fiscal year 2020 &amp; 2021.</a:t>
            </a:r>
            <a:endParaRPr lang="en-US" altLang="en-US" sz="1800">
              <a:solidFill>
                <a:schemeClr val="bg1"/>
              </a:solidFill>
            </a:endParaRPr>
          </a:p>
          <a:p>
            <a:pPr marL="285750" indent="-285750">
              <a:buFont typeface="Arial" panose="020B0604020202020204" pitchFamily="34" charset="0"/>
              <a:buChar char="•"/>
            </a:pPr>
            <a:endParaRPr lang="en-US" altLang="en-US" sz="1800">
              <a:solidFill>
                <a:schemeClr val="bg1"/>
              </a:solidFill>
            </a:endParaRPr>
          </a:p>
          <a:p>
            <a:pPr marL="285750" indent="-285750">
              <a:buFont typeface="Arial" panose="020B0604020202020204" pitchFamily="34" charset="0"/>
              <a:buChar char="•"/>
            </a:pPr>
            <a:r>
              <a:rPr lang="en-US" altLang="en-US" sz="1800">
                <a:solidFill>
                  <a:schemeClr val="bg1"/>
                </a:solidFill>
              </a:rPr>
              <a:t>fact_manufacturing_cost : Annual manufacturing costs for each product.</a:t>
            </a:r>
            <a:endParaRPr lang="en-US" altLang="en-US" sz="1800">
              <a:solidFill>
                <a:schemeClr val="bg1"/>
              </a:solidFill>
            </a:endParaRPr>
          </a:p>
          <a:p>
            <a:pPr marL="285750" indent="-285750">
              <a:buFont typeface="Arial" panose="020B0604020202020204" pitchFamily="34" charset="0"/>
              <a:buChar char="•"/>
            </a:pPr>
            <a:endParaRPr lang="en-US" altLang="en-US" sz="1800">
              <a:solidFill>
                <a:schemeClr val="bg1"/>
              </a:solidFill>
            </a:endParaRPr>
          </a:p>
          <a:p>
            <a:pPr marL="285750" indent="-285750">
              <a:buFont typeface="Arial" panose="020B0604020202020204" pitchFamily="34" charset="0"/>
              <a:buChar char="•"/>
            </a:pPr>
            <a:r>
              <a:rPr lang="en-US" altLang="en-US" sz="1800">
                <a:solidFill>
                  <a:schemeClr val="bg1"/>
                </a:solidFill>
              </a:rPr>
              <a:t>fact_pre_invoice_deductions : Customer-wise pre-invoice discount percentages.</a:t>
            </a:r>
            <a:endParaRPr lang="en-US" altLang="en-US" sz="1800">
              <a:solidFill>
                <a:schemeClr val="bg1"/>
              </a:solidFill>
            </a:endParaRPr>
          </a:p>
          <a:p>
            <a:pPr marL="285750" indent="-285750">
              <a:buFont typeface="Arial" panose="020B0604020202020204" pitchFamily="34" charset="0"/>
              <a:buChar char="•"/>
            </a:pPr>
            <a:endParaRPr lang="en-US" altLang="en-US" sz="1800">
              <a:solidFill>
                <a:schemeClr val="bg1"/>
              </a:solidFill>
            </a:endParaRPr>
          </a:p>
          <a:p>
            <a:pPr marL="285750" indent="-285750">
              <a:buFont typeface="Arial" panose="020B0604020202020204" pitchFamily="34" charset="0"/>
              <a:buChar char="•"/>
            </a:pPr>
            <a:r>
              <a:rPr lang="en-US" altLang="en-US" sz="1800">
                <a:solidFill>
                  <a:schemeClr val="bg1"/>
                </a:solidFill>
              </a:rPr>
              <a:t>fact_sales_monthly : Monthly sales data sold quantity, product &amp; customer mapping.</a:t>
            </a:r>
            <a:endParaRPr lang="en-US" altLang="en-US" sz="1800">
              <a:solidFill>
                <a:schemeClr val="bg1"/>
              </a:solidFill>
            </a:endParaRPr>
          </a:p>
        </p:txBody>
      </p:sp>
      <p:pic>
        <p:nvPicPr>
          <p:cNvPr id="4" name="Picture 3" descr="Screenshot 2025-12-12 154238"/>
          <p:cNvPicPr>
            <a:picLocks noChangeAspect="1"/>
          </p:cNvPicPr>
          <p:nvPr/>
        </p:nvPicPr>
        <p:blipFill>
          <a:blip r:embed="rId1"/>
          <a:stretch>
            <a:fillRect/>
          </a:stretch>
        </p:blipFill>
        <p:spPr>
          <a:xfrm>
            <a:off x="6491605" y="1630045"/>
            <a:ext cx="4939665" cy="40532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724660"/>
            <a:ext cx="10515600" cy="3641090"/>
          </a:xfrm>
        </p:spPr>
        <p:txBody>
          <a:bodyPr/>
          <a:p>
            <a:r>
              <a:rPr lang="en-US" altLang="zh-CN" b="1" dirty="0">
                <a:latin typeface="Cooper Black" panose="0208090404030B020404" charset="0"/>
                <a:ea typeface="Microsoft YaHei" panose="020B0503020204020204" pitchFamily="34" charset="-122"/>
                <a:cs typeface="Cooper Black" panose="0208090404030B020404" charset="0"/>
                <a:sym typeface="+mn-ea"/>
              </a:rPr>
              <a:t>Ad-hoc Requests, Results (queries), </a:t>
            </a:r>
            <a:br>
              <a:rPr lang="en-US" altLang="zh-CN" b="1" dirty="0">
                <a:solidFill>
                  <a:schemeClr val="bg1"/>
                </a:solidFill>
                <a:latin typeface="Cooper Black" panose="0208090404030B020404" charset="0"/>
                <a:ea typeface="Microsoft YaHei" panose="020B0503020204020204" pitchFamily="34" charset="-122"/>
                <a:cs typeface="Cooper Black" panose="0208090404030B020404" charset="0"/>
              </a:rPr>
            </a:br>
            <a:r>
              <a:rPr lang="en-US" altLang="zh-CN" b="1" dirty="0">
                <a:latin typeface="Cooper Black" panose="0208090404030B020404" charset="0"/>
                <a:ea typeface="Microsoft YaHei" panose="020B0503020204020204" pitchFamily="34" charset="-122"/>
                <a:cs typeface="Cooper Black" panose="0208090404030B020404" charset="0"/>
                <a:sym typeface="+mn-ea"/>
              </a:rPr>
              <a:t>Visualization &amp; Insights</a:t>
            </a:r>
            <a:endParaRPr lang="en-US" b="1">
              <a:latin typeface="Cooper Black" panose="0208090404030B020404" charset="0"/>
              <a:cs typeface="Cooper Black" panose="0208090404030B0204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838200" y="365125"/>
            <a:ext cx="10515600" cy="1133475"/>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rPr>
              <a:t>Market List of specific customer &amp; in specific region</a:t>
            </a:r>
            <a:endPar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endParaRPr>
          </a:p>
        </p:txBody>
      </p:sp>
      <p:sp>
        <p:nvSpPr>
          <p:cNvPr id="18" name="矩形 17"/>
          <p:cNvSpPr/>
          <p:nvPr/>
        </p:nvSpPr>
        <p:spPr>
          <a:xfrm>
            <a:off x="741045" y="1578610"/>
            <a:ext cx="10612120" cy="9690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Request 1</a:t>
            </a: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Provide the list of markets in which customer "Atliq Exclusive" </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operates its business in the APAC region.</a:t>
            </a:r>
            <a:r>
              <a:rPr kumimoji="0" lang="zh-CN"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a:t>
            </a:r>
            <a:endParaRPr kumimoji="0" lang="zh-CN"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p:txBody>
      </p:sp>
      <p:pic>
        <p:nvPicPr>
          <p:cNvPr id="2" name="Picture 1" descr="req-1"/>
          <p:cNvPicPr>
            <a:picLocks noChangeAspect="1"/>
          </p:cNvPicPr>
          <p:nvPr/>
        </p:nvPicPr>
        <p:blipFill>
          <a:blip r:embed="rId1"/>
          <a:stretch>
            <a:fillRect/>
          </a:stretch>
        </p:blipFill>
        <p:spPr>
          <a:xfrm>
            <a:off x="1945005" y="3032125"/>
            <a:ext cx="1493520" cy="2067560"/>
          </a:xfrm>
          <a:prstGeom prst="rect">
            <a:avLst/>
          </a:prstGeom>
        </p:spPr>
      </p:pic>
      <p:sp>
        <p:nvSpPr>
          <p:cNvPr id="3" name="Text Box 2"/>
          <p:cNvSpPr txBox="1"/>
          <p:nvPr/>
        </p:nvSpPr>
        <p:spPr>
          <a:xfrm>
            <a:off x="740410" y="2623185"/>
            <a:ext cx="986790" cy="368300"/>
          </a:xfrm>
          <a:prstGeom prst="rect">
            <a:avLst/>
          </a:prstGeom>
          <a:noFill/>
        </p:spPr>
        <p:txBody>
          <a:bodyPr wrap="square" rtlCol="0">
            <a:spAutoFit/>
          </a:bodyPr>
          <a:p>
            <a:r>
              <a:rPr lang="en-US">
                <a:solidFill>
                  <a:schemeClr val="bg1"/>
                </a:solidFill>
              </a:rPr>
              <a:t>Output:</a:t>
            </a:r>
            <a:endParaRPr lang="en-US">
              <a:solidFill>
                <a:schemeClr val="bg1"/>
              </a:solidFill>
            </a:endParaRPr>
          </a:p>
        </p:txBody>
      </p:sp>
      <p:sp>
        <p:nvSpPr>
          <p:cNvPr id="5" name="Right Arrow 4"/>
          <p:cNvSpPr/>
          <p:nvPr/>
        </p:nvSpPr>
        <p:spPr>
          <a:xfrm>
            <a:off x="3870960" y="3905885"/>
            <a:ext cx="1688465" cy="434340"/>
          </a:xfrm>
          <a:prstGeom prst="rightArrow">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Text Box 69"/>
          <p:cNvSpPr txBox="1"/>
          <p:nvPr/>
        </p:nvSpPr>
        <p:spPr>
          <a:xfrm>
            <a:off x="1040765" y="5420360"/>
            <a:ext cx="10186035" cy="368300"/>
          </a:xfrm>
          <a:prstGeom prst="rect">
            <a:avLst/>
          </a:prstGeom>
          <a:noFill/>
        </p:spPr>
        <p:txBody>
          <a:bodyPr wrap="square" rtlCol="0">
            <a:spAutoFit/>
          </a:bodyPr>
          <a:p>
            <a:r>
              <a:rPr lang="en-US" b="1">
                <a:solidFill>
                  <a:schemeClr val="bg1"/>
                </a:solidFill>
              </a:rPr>
              <a:t>Insights</a:t>
            </a:r>
            <a:r>
              <a:rPr lang="en-US">
                <a:solidFill>
                  <a:schemeClr val="bg1"/>
                </a:solidFill>
              </a:rPr>
              <a:t>: Atliq Exclusive in the APAC region is operating its business in </a:t>
            </a:r>
            <a:r>
              <a:rPr lang="en-US" b="1">
                <a:solidFill>
                  <a:schemeClr val="bg1"/>
                </a:solidFill>
              </a:rPr>
              <a:t>8 countries</a:t>
            </a:r>
            <a:r>
              <a:rPr lang="en-US">
                <a:solidFill>
                  <a:schemeClr val="bg1"/>
                </a:solidFill>
              </a:rPr>
              <a:t> around the world.</a:t>
            </a:r>
            <a:endParaRPr lang="en-US">
              <a:solidFill>
                <a:schemeClr val="bg1"/>
              </a:solidFill>
            </a:endParaRPr>
          </a:p>
        </p:txBody>
      </p:sp>
      <p:sp>
        <p:nvSpPr>
          <p:cNvPr id="71" name="Text Box 70"/>
          <p:cNvSpPr txBox="1"/>
          <p:nvPr/>
        </p:nvSpPr>
        <p:spPr>
          <a:xfrm>
            <a:off x="4222750" y="3537585"/>
            <a:ext cx="984885" cy="368300"/>
          </a:xfrm>
          <a:prstGeom prst="rect">
            <a:avLst/>
          </a:prstGeom>
          <a:noFill/>
        </p:spPr>
        <p:txBody>
          <a:bodyPr wrap="square" rtlCol="0">
            <a:spAutoFit/>
          </a:bodyPr>
          <a:p>
            <a:r>
              <a:rPr lang="en-US">
                <a:solidFill>
                  <a:schemeClr val="bg1"/>
                </a:solidFill>
              </a:rPr>
              <a:t>Visual</a:t>
            </a:r>
            <a:endParaRPr lang="en-US">
              <a:solidFill>
                <a:schemeClr val="bg1"/>
              </a:solidFill>
            </a:endParaRPr>
          </a:p>
        </p:txBody>
      </p:sp>
      <p:pic>
        <p:nvPicPr>
          <p:cNvPr id="6" name="Picture 5" descr="map"/>
          <p:cNvPicPr>
            <a:picLocks noChangeAspect="1"/>
          </p:cNvPicPr>
          <p:nvPr/>
        </p:nvPicPr>
        <p:blipFill>
          <a:blip r:embed="rId2"/>
          <a:stretch>
            <a:fillRect/>
          </a:stretch>
        </p:blipFill>
        <p:spPr>
          <a:xfrm>
            <a:off x="5992495" y="2401570"/>
            <a:ext cx="5559425" cy="2875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838200" y="365125"/>
            <a:ext cx="10515600" cy="1133475"/>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rPr>
              <a:t>Total Unique product percentage change variance from the year 2020 to 2021 </a:t>
            </a:r>
            <a:endPar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endParaRPr>
          </a:p>
        </p:txBody>
      </p:sp>
      <p:sp>
        <p:nvSpPr>
          <p:cNvPr id="18" name="矩形 17"/>
          <p:cNvSpPr/>
          <p:nvPr/>
        </p:nvSpPr>
        <p:spPr>
          <a:xfrm>
            <a:off x="741045" y="1578610"/>
            <a:ext cx="10612120" cy="9690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Request 2</a:t>
            </a: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What is the percentage of unique product increase in 2021 vs. 2020?</a:t>
            </a:r>
            <a:r>
              <a:rPr kumimoji="0" lang="zh-CN"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a:t>
            </a:r>
            <a:endParaRPr kumimoji="0" lang="zh-CN"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p:txBody>
      </p:sp>
      <p:sp>
        <p:nvSpPr>
          <p:cNvPr id="3" name="Text Box 2"/>
          <p:cNvSpPr txBox="1"/>
          <p:nvPr/>
        </p:nvSpPr>
        <p:spPr>
          <a:xfrm>
            <a:off x="740410" y="2623185"/>
            <a:ext cx="986790" cy="368300"/>
          </a:xfrm>
          <a:prstGeom prst="rect">
            <a:avLst/>
          </a:prstGeom>
          <a:noFill/>
        </p:spPr>
        <p:txBody>
          <a:bodyPr wrap="square" rtlCol="0">
            <a:spAutoFit/>
          </a:bodyPr>
          <a:p>
            <a:r>
              <a:rPr lang="en-US">
                <a:solidFill>
                  <a:schemeClr val="bg1"/>
                </a:solidFill>
              </a:rPr>
              <a:t>Output:</a:t>
            </a:r>
            <a:endParaRPr lang="en-US">
              <a:solidFill>
                <a:schemeClr val="bg1"/>
              </a:solidFill>
            </a:endParaRPr>
          </a:p>
        </p:txBody>
      </p:sp>
      <p:sp>
        <p:nvSpPr>
          <p:cNvPr id="5" name="Right Arrow 4"/>
          <p:cNvSpPr/>
          <p:nvPr/>
        </p:nvSpPr>
        <p:spPr>
          <a:xfrm>
            <a:off x="4741545" y="3766820"/>
            <a:ext cx="1688465" cy="434340"/>
          </a:xfrm>
          <a:prstGeom prst="rightArrow">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Text Box 69"/>
          <p:cNvSpPr txBox="1"/>
          <p:nvPr/>
        </p:nvSpPr>
        <p:spPr>
          <a:xfrm>
            <a:off x="1040765" y="5420360"/>
            <a:ext cx="10186035" cy="645160"/>
          </a:xfrm>
          <a:prstGeom prst="rect">
            <a:avLst/>
          </a:prstGeom>
          <a:noFill/>
        </p:spPr>
        <p:txBody>
          <a:bodyPr wrap="square" rtlCol="0">
            <a:spAutoFit/>
          </a:bodyPr>
          <a:p>
            <a:r>
              <a:rPr lang="en-US" b="1">
                <a:solidFill>
                  <a:schemeClr val="bg1"/>
                </a:solidFill>
              </a:rPr>
              <a:t>Insights</a:t>
            </a:r>
            <a:r>
              <a:rPr lang="en-US">
                <a:solidFill>
                  <a:schemeClr val="bg1"/>
                </a:solidFill>
              </a:rPr>
              <a:t>: The percentage change between the unique products from the year 2020 to 2021 is observed as </a:t>
            </a:r>
            <a:r>
              <a:rPr lang="en-US" b="1">
                <a:solidFill>
                  <a:schemeClr val="bg1"/>
                </a:solidFill>
              </a:rPr>
              <a:t>36.33%</a:t>
            </a:r>
            <a:r>
              <a:rPr lang="en-US">
                <a:solidFill>
                  <a:schemeClr val="bg1"/>
                </a:solidFill>
              </a:rPr>
              <a:t>.</a:t>
            </a:r>
            <a:endParaRPr lang="en-US">
              <a:solidFill>
                <a:schemeClr val="bg1"/>
              </a:solidFill>
            </a:endParaRPr>
          </a:p>
        </p:txBody>
      </p:sp>
      <p:sp>
        <p:nvSpPr>
          <p:cNvPr id="71" name="Text Box 70"/>
          <p:cNvSpPr txBox="1"/>
          <p:nvPr/>
        </p:nvSpPr>
        <p:spPr>
          <a:xfrm>
            <a:off x="5177155" y="3462020"/>
            <a:ext cx="918845" cy="368300"/>
          </a:xfrm>
          <a:prstGeom prst="rect">
            <a:avLst/>
          </a:prstGeom>
          <a:noFill/>
        </p:spPr>
        <p:txBody>
          <a:bodyPr wrap="square" rtlCol="0">
            <a:spAutoFit/>
          </a:bodyPr>
          <a:p>
            <a:r>
              <a:rPr lang="en-US">
                <a:solidFill>
                  <a:schemeClr val="bg1"/>
                </a:solidFill>
              </a:rPr>
              <a:t>Visual</a:t>
            </a:r>
            <a:endParaRPr lang="en-US">
              <a:solidFill>
                <a:schemeClr val="bg1"/>
              </a:solidFill>
            </a:endParaRPr>
          </a:p>
        </p:txBody>
      </p:sp>
      <p:pic>
        <p:nvPicPr>
          <p:cNvPr id="6" name="Picture 5" descr="req-2"/>
          <p:cNvPicPr>
            <a:picLocks noChangeAspect="1"/>
          </p:cNvPicPr>
          <p:nvPr/>
        </p:nvPicPr>
        <p:blipFill>
          <a:blip r:embed="rId1"/>
          <a:stretch>
            <a:fillRect/>
          </a:stretch>
        </p:blipFill>
        <p:spPr>
          <a:xfrm>
            <a:off x="1040765" y="3637280"/>
            <a:ext cx="3390900" cy="669925"/>
          </a:xfrm>
          <a:prstGeom prst="rect">
            <a:avLst/>
          </a:prstGeom>
        </p:spPr>
      </p:pic>
      <p:pic>
        <p:nvPicPr>
          <p:cNvPr id="2" name="Picture 1"/>
          <p:cNvPicPr>
            <a:picLocks noChangeAspect="1"/>
          </p:cNvPicPr>
          <p:nvPr/>
        </p:nvPicPr>
        <p:blipFill>
          <a:blip r:embed="rId2"/>
          <a:stretch>
            <a:fillRect/>
          </a:stretch>
        </p:blipFill>
        <p:spPr>
          <a:xfrm>
            <a:off x="6841490" y="2315845"/>
            <a:ext cx="4799330" cy="2730500"/>
          </a:xfrm>
          <a:prstGeom prst="rect">
            <a:avLst/>
          </a:prstGeom>
        </p:spPr>
      </p:pic>
      <p:cxnSp>
        <p:nvCxnSpPr>
          <p:cNvPr id="7" name="Straight Arrow Connector 6"/>
          <p:cNvCxnSpPr/>
          <p:nvPr/>
        </p:nvCxnSpPr>
        <p:spPr>
          <a:xfrm flipV="1">
            <a:off x="8898890" y="2671445"/>
            <a:ext cx="337820" cy="385445"/>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838200" y="365125"/>
            <a:ext cx="10515600" cy="1133475"/>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rPr>
              <a:t>Unique product count for each segment </a:t>
            </a:r>
            <a:endPar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endParaRPr>
          </a:p>
        </p:txBody>
      </p:sp>
      <p:sp>
        <p:nvSpPr>
          <p:cNvPr id="18" name="矩形 17"/>
          <p:cNvSpPr/>
          <p:nvPr/>
        </p:nvSpPr>
        <p:spPr>
          <a:xfrm>
            <a:off x="741045" y="1578610"/>
            <a:ext cx="10612120" cy="9690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Request 3</a:t>
            </a: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Provide a report with all the unique product counts for each segment and</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sort them in descending order of product counts.</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p:txBody>
      </p:sp>
      <p:sp>
        <p:nvSpPr>
          <p:cNvPr id="3" name="Text Box 2"/>
          <p:cNvSpPr txBox="1"/>
          <p:nvPr/>
        </p:nvSpPr>
        <p:spPr>
          <a:xfrm>
            <a:off x="838200" y="2623185"/>
            <a:ext cx="1071245" cy="368300"/>
          </a:xfrm>
          <a:prstGeom prst="rect">
            <a:avLst/>
          </a:prstGeom>
          <a:noFill/>
        </p:spPr>
        <p:txBody>
          <a:bodyPr wrap="square" rtlCol="0">
            <a:spAutoFit/>
          </a:bodyPr>
          <a:p>
            <a:r>
              <a:rPr lang="en-US">
                <a:solidFill>
                  <a:schemeClr val="bg1"/>
                </a:solidFill>
              </a:rPr>
              <a:t>Output:</a:t>
            </a:r>
            <a:endParaRPr lang="en-US">
              <a:solidFill>
                <a:schemeClr val="bg1"/>
              </a:solidFill>
            </a:endParaRPr>
          </a:p>
        </p:txBody>
      </p:sp>
      <p:sp>
        <p:nvSpPr>
          <p:cNvPr id="5" name="Right Arrow 4"/>
          <p:cNvSpPr/>
          <p:nvPr/>
        </p:nvSpPr>
        <p:spPr>
          <a:xfrm>
            <a:off x="4741545" y="3766820"/>
            <a:ext cx="1688465" cy="434340"/>
          </a:xfrm>
          <a:prstGeom prst="rightArrow">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Text Box 69"/>
          <p:cNvSpPr txBox="1"/>
          <p:nvPr/>
        </p:nvSpPr>
        <p:spPr>
          <a:xfrm>
            <a:off x="1040765" y="5420360"/>
            <a:ext cx="10186035" cy="922020"/>
          </a:xfrm>
          <a:prstGeom prst="rect">
            <a:avLst/>
          </a:prstGeom>
          <a:noFill/>
        </p:spPr>
        <p:txBody>
          <a:bodyPr wrap="square" rtlCol="0">
            <a:spAutoFit/>
          </a:bodyPr>
          <a:p>
            <a:r>
              <a:rPr lang="en-US" b="1">
                <a:solidFill>
                  <a:schemeClr val="bg1"/>
                </a:solidFill>
              </a:rPr>
              <a:t>Insights</a:t>
            </a:r>
            <a:r>
              <a:rPr lang="en-US">
                <a:solidFill>
                  <a:schemeClr val="bg1"/>
                </a:solidFill>
              </a:rPr>
              <a:t>: </a:t>
            </a:r>
            <a:r>
              <a:rPr lang="en-US" altLang="en-US" b="1">
                <a:solidFill>
                  <a:schemeClr val="bg1"/>
                </a:solidFill>
              </a:rPr>
              <a:t>Notebook</a:t>
            </a:r>
            <a:r>
              <a:rPr lang="en-US" altLang="en-US">
                <a:solidFill>
                  <a:schemeClr val="bg1"/>
                </a:solidFill>
              </a:rPr>
              <a:t> and </a:t>
            </a:r>
            <a:r>
              <a:rPr lang="en-US" altLang="en-US" b="1">
                <a:solidFill>
                  <a:schemeClr val="bg1"/>
                </a:solidFill>
              </a:rPr>
              <a:t>Accessories</a:t>
            </a:r>
            <a:r>
              <a:rPr lang="en-US" altLang="en-US">
                <a:solidFill>
                  <a:schemeClr val="bg1"/>
                </a:solidFill>
              </a:rPr>
              <a:t> are the top-performing segments in terms of product sales, while </a:t>
            </a:r>
            <a:r>
              <a:rPr lang="en-US" altLang="en-US" b="1">
                <a:solidFill>
                  <a:schemeClr val="bg1"/>
                </a:solidFill>
              </a:rPr>
              <a:t>Storage</a:t>
            </a:r>
            <a:r>
              <a:rPr lang="en-US" altLang="en-US">
                <a:solidFill>
                  <a:schemeClr val="bg1"/>
                </a:solidFill>
              </a:rPr>
              <a:t> &amp; </a:t>
            </a:r>
            <a:r>
              <a:rPr lang="en-US" altLang="en-US" b="1">
                <a:solidFill>
                  <a:schemeClr val="bg1"/>
                </a:solidFill>
              </a:rPr>
              <a:t>Networking</a:t>
            </a:r>
            <a:r>
              <a:rPr lang="en-US" altLang="en-US">
                <a:solidFill>
                  <a:schemeClr val="bg1"/>
                </a:solidFill>
              </a:rPr>
              <a:t> has the lowest product count, indicating an opportunity to review strategies and improve sales performance.</a:t>
            </a:r>
            <a:endParaRPr lang="en-US" altLang="en-US">
              <a:solidFill>
                <a:schemeClr val="bg1"/>
              </a:solidFill>
            </a:endParaRPr>
          </a:p>
        </p:txBody>
      </p:sp>
      <p:sp>
        <p:nvSpPr>
          <p:cNvPr id="71" name="Text Box 70"/>
          <p:cNvSpPr txBox="1"/>
          <p:nvPr/>
        </p:nvSpPr>
        <p:spPr>
          <a:xfrm>
            <a:off x="5177155" y="3462020"/>
            <a:ext cx="918845" cy="368300"/>
          </a:xfrm>
          <a:prstGeom prst="rect">
            <a:avLst/>
          </a:prstGeom>
          <a:noFill/>
        </p:spPr>
        <p:txBody>
          <a:bodyPr wrap="square" rtlCol="0">
            <a:spAutoFit/>
          </a:bodyPr>
          <a:p>
            <a:r>
              <a:rPr lang="en-US">
                <a:solidFill>
                  <a:schemeClr val="bg1"/>
                </a:solidFill>
              </a:rPr>
              <a:t>Visual</a:t>
            </a:r>
            <a:endParaRPr lang="en-US">
              <a:solidFill>
                <a:schemeClr val="bg1"/>
              </a:solidFill>
            </a:endParaRPr>
          </a:p>
        </p:txBody>
      </p:sp>
      <p:pic>
        <p:nvPicPr>
          <p:cNvPr id="2" name="Picture 1" descr="req-3"/>
          <p:cNvPicPr>
            <a:picLocks noChangeAspect="1"/>
          </p:cNvPicPr>
          <p:nvPr/>
        </p:nvPicPr>
        <p:blipFill>
          <a:blip r:embed="rId1"/>
          <a:stretch>
            <a:fillRect/>
          </a:stretch>
        </p:blipFill>
        <p:spPr>
          <a:xfrm>
            <a:off x="1727200" y="2991485"/>
            <a:ext cx="2481580" cy="2023110"/>
          </a:xfrm>
          <a:prstGeom prst="rect">
            <a:avLst/>
          </a:prstGeom>
        </p:spPr>
      </p:pic>
      <p:pic>
        <p:nvPicPr>
          <p:cNvPr id="7" name="Picture 6" descr="pb-4"/>
          <p:cNvPicPr>
            <a:picLocks noChangeAspect="1"/>
          </p:cNvPicPr>
          <p:nvPr/>
        </p:nvPicPr>
        <p:blipFill>
          <a:blip r:embed="rId2"/>
          <a:stretch>
            <a:fillRect/>
          </a:stretch>
        </p:blipFill>
        <p:spPr>
          <a:xfrm>
            <a:off x="6962775" y="2546985"/>
            <a:ext cx="4503420" cy="26308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838200" y="365125"/>
            <a:ext cx="10515600" cy="1133475"/>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rPr>
              <a:t>Most Varied product sales comparison in 2021 vs 2020 </a:t>
            </a:r>
            <a:endPar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endParaRPr>
          </a:p>
        </p:txBody>
      </p:sp>
      <p:sp>
        <p:nvSpPr>
          <p:cNvPr id="18" name="矩形 17"/>
          <p:cNvSpPr/>
          <p:nvPr/>
        </p:nvSpPr>
        <p:spPr>
          <a:xfrm>
            <a:off x="741045" y="1386205"/>
            <a:ext cx="10612120" cy="987425"/>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Request 4</a:t>
            </a: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Which segment had the most increase in unique products in</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2021 vs 2020?</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p:txBody>
      </p:sp>
      <p:sp>
        <p:nvSpPr>
          <p:cNvPr id="3" name="Text Box 2"/>
          <p:cNvSpPr txBox="1"/>
          <p:nvPr/>
        </p:nvSpPr>
        <p:spPr>
          <a:xfrm>
            <a:off x="838200" y="2373630"/>
            <a:ext cx="986790" cy="368300"/>
          </a:xfrm>
          <a:prstGeom prst="rect">
            <a:avLst/>
          </a:prstGeom>
          <a:noFill/>
        </p:spPr>
        <p:txBody>
          <a:bodyPr wrap="square" rtlCol="0">
            <a:spAutoFit/>
          </a:bodyPr>
          <a:p>
            <a:r>
              <a:rPr lang="en-US">
                <a:solidFill>
                  <a:schemeClr val="bg1"/>
                </a:solidFill>
              </a:rPr>
              <a:t>Output:</a:t>
            </a:r>
            <a:endParaRPr lang="en-US">
              <a:solidFill>
                <a:schemeClr val="bg1"/>
              </a:solidFill>
            </a:endParaRPr>
          </a:p>
        </p:txBody>
      </p:sp>
      <p:sp>
        <p:nvSpPr>
          <p:cNvPr id="5" name="Right Arrow 4"/>
          <p:cNvSpPr/>
          <p:nvPr/>
        </p:nvSpPr>
        <p:spPr>
          <a:xfrm>
            <a:off x="4914265" y="3830320"/>
            <a:ext cx="1688465" cy="434340"/>
          </a:xfrm>
          <a:prstGeom prst="rightArrow">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Text Box 69"/>
          <p:cNvSpPr txBox="1"/>
          <p:nvPr/>
        </p:nvSpPr>
        <p:spPr>
          <a:xfrm>
            <a:off x="1040765" y="5420360"/>
            <a:ext cx="10186035" cy="922020"/>
          </a:xfrm>
          <a:prstGeom prst="rect">
            <a:avLst/>
          </a:prstGeom>
          <a:noFill/>
        </p:spPr>
        <p:txBody>
          <a:bodyPr wrap="square" rtlCol="0">
            <a:spAutoFit/>
          </a:bodyPr>
          <a:p>
            <a:r>
              <a:rPr lang="en-US" b="1">
                <a:solidFill>
                  <a:schemeClr val="bg1"/>
                </a:solidFill>
              </a:rPr>
              <a:t>Insights</a:t>
            </a:r>
            <a:r>
              <a:rPr lang="en-US">
                <a:solidFill>
                  <a:schemeClr val="bg1"/>
                </a:solidFill>
              </a:rPr>
              <a:t>: </a:t>
            </a:r>
            <a:r>
              <a:rPr lang="en-US" altLang="en-US">
                <a:solidFill>
                  <a:schemeClr val="bg1"/>
                </a:solidFill>
              </a:rPr>
              <a:t>Between 2020 and 2021, the </a:t>
            </a:r>
            <a:r>
              <a:rPr lang="en-US" altLang="en-US" b="1">
                <a:solidFill>
                  <a:schemeClr val="bg1"/>
                </a:solidFill>
              </a:rPr>
              <a:t>Accessories</a:t>
            </a:r>
            <a:r>
              <a:rPr lang="en-US" altLang="en-US">
                <a:solidFill>
                  <a:schemeClr val="bg1"/>
                </a:solidFill>
              </a:rPr>
              <a:t> segment experienced the most significant growth in product count. In contrast, Networking and Storage witnessed negligible changes, reflecting limited expansion during this period.</a:t>
            </a:r>
            <a:endParaRPr lang="en-US" altLang="en-US">
              <a:solidFill>
                <a:schemeClr val="bg1"/>
              </a:solidFill>
            </a:endParaRPr>
          </a:p>
        </p:txBody>
      </p:sp>
      <p:sp>
        <p:nvSpPr>
          <p:cNvPr id="71" name="Text Box 70"/>
          <p:cNvSpPr txBox="1"/>
          <p:nvPr/>
        </p:nvSpPr>
        <p:spPr>
          <a:xfrm>
            <a:off x="5299075" y="3462020"/>
            <a:ext cx="918845" cy="368300"/>
          </a:xfrm>
          <a:prstGeom prst="rect">
            <a:avLst/>
          </a:prstGeom>
          <a:noFill/>
        </p:spPr>
        <p:txBody>
          <a:bodyPr wrap="square" rtlCol="0">
            <a:spAutoFit/>
          </a:bodyPr>
          <a:p>
            <a:r>
              <a:rPr lang="en-US">
                <a:solidFill>
                  <a:schemeClr val="bg1"/>
                </a:solidFill>
              </a:rPr>
              <a:t>Visual</a:t>
            </a:r>
            <a:endParaRPr lang="en-US">
              <a:solidFill>
                <a:schemeClr val="bg1"/>
              </a:solidFill>
            </a:endParaRPr>
          </a:p>
        </p:txBody>
      </p:sp>
      <p:pic>
        <p:nvPicPr>
          <p:cNvPr id="6" name="Picture 5" descr="req-4"/>
          <p:cNvPicPr>
            <a:picLocks noChangeAspect="1"/>
          </p:cNvPicPr>
          <p:nvPr/>
        </p:nvPicPr>
        <p:blipFill>
          <a:blip r:embed="rId1"/>
          <a:stretch>
            <a:fillRect/>
          </a:stretch>
        </p:blipFill>
        <p:spPr>
          <a:xfrm>
            <a:off x="953770" y="2840990"/>
            <a:ext cx="3671570" cy="2285365"/>
          </a:xfrm>
          <a:prstGeom prst="rect">
            <a:avLst/>
          </a:prstGeom>
        </p:spPr>
      </p:pic>
      <p:pic>
        <p:nvPicPr>
          <p:cNvPr id="8" name="Picture 7" descr="pb-5"/>
          <p:cNvPicPr>
            <a:picLocks noChangeAspect="1"/>
          </p:cNvPicPr>
          <p:nvPr/>
        </p:nvPicPr>
        <p:blipFill>
          <a:blip r:embed="rId2"/>
          <a:stretch>
            <a:fillRect/>
          </a:stretch>
        </p:blipFill>
        <p:spPr>
          <a:xfrm>
            <a:off x="6891020" y="2372995"/>
            <a:ext cx="4824095" cy="27539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838200" y="365125"/>
            <a:ext cx="10515600" cy="1133475"/>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rPr>
              <a:t>Highest &amp; lowest manufacturing costs of products </a:t>
            </a:r>
            <a:endPar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endParaRPr>
          </a:p>
        </p:txBody>
      </p:sp>
      <p:sp>
        <p:nvSpPr>
          <p:cNvPr id="18" name="矩形 17"/>
          <p:cNvSpPr/>
          <p:nvPr/>
        </p:nvSpPr>
        <p:spPr>
          <a:xfrm>
            <a:off x="741045" y="1578610"/>
            <a:ext cx="10612120" cy="96901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Request 5</a:t>
            </a: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Get the products that have the highest and lowest manufacturing costs.</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p:txBody>
      </p:sp>
      <p:sp>
        <p:nvSpPr>
          <p:cNvPr id="3" name="Text Box 2"/>
          <p:cNvSpPr txBox="1"/>
          <p:nvPr/>
        </p:nvSpPr>
        <p:spPr>
          <a:xfrm>
            <a:off x="740410" y="2623185"/>
            <a:ext cx="986790" cy="368300"/>
          </a:xfrm>
          <a:prstGeom prst="rect">
            <a:avLst/>
          </a:prstGeom>
          <a:noFill/>
        </p:spPr>
        <p:txBody>
          <a:bodyPr wrap="square" rtlCol="0">
            <a:spAutoFit/>
          </a:bodyPr>
          <a:p>
            <a:r>
              <a:rPr lang="en-US">
                <a:solidFill>
                  <a:schemeClr val="bg1"/>
                </a:solidFill>
              </a:rPr>
              <a:t>Output:</a:t>
            </a:r>
            <a:endParaRPr lang="en-US">
              <a:solidFill>
                <a:schemeClr val="bg1"/>
              </a:solidFill>
            </a:endParaRPr>
          </a:p>
        </p:txBody>
      </p:sp>
      <p:sp>
        <p:nvSpPr>
          <p:cNvPr id="5" name="Right Arrow 4"/>
          <p:cNvSpPr/>
          <p:nvPr/>
        </p:nvSpPr>
        <p:spPr>
          <a:xfrm>
            <a:off x="5652135" y="3988435"/>
            <a:ext cx="1688465" cy="434340"/>
          </a:xfrm>
          <a:prstGeom prst="rightArrow">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Text Box 69"/>
          <p:cNvSpPr txBox="1"/>
          <p:nvPr/>
        </p:nvSpPr>
        <p:spPr>
          <a:xfrm>
            <a:off x="1040765" y="5420360"/>
            <a:ext cx="10186035" cy="922020"/>
          </a:xfrm>
          <a:prstGeom prst="rect">
            <a:avLst/>
          </a:prstGeom>
          <a:noFill/>
        </p:spPr>
        <p:txBody>
          <a:bodyPr wrap="square" rtlCol="0">
            <a:spAutoFit/>
          </a:bodyPr>
          <a:p>
            <a:r>
              <a:rPr lang="en-US" b="1">
                <a:solidFill>
                  <a:schemeClr val="bg1"/>
                </a:solidFill>
              </a:rPr>
              <a:t>Insights</a:t>
            </a:r>
            <a:r>
              <a:rPr lang="en-US">
                <a:solidFill>
                  <a:schemeClr val="bg1"/>
                </a:solidFill>
              </a:rPr>
              <a:t>: </a:t>
            </a:r>
            <a:r>
              <a:rPr lang="en-US" altLang="en-US">
                <a:solidFill>
                  <a:schemeClr val="bg1"/>
                </a:solidFill>
              </a:rPr>
              <a:t>A significant cost disparity is observed for product </a:t>
            </a:r>
            <a:r>
              <a:rPr lang="en-US" altLang="en-US" b="1">
                <a:solidFill>
                  <a:schemeClr val="bg1"/>
                </a:solidFill>
              </a:rPr>
              <a:t>A0118150101</a:t>
            </a:r>
            <a:r>
              <a:rPr lang="en-US" altLang="en-US">
                <a:solidFill>
                  <a:schemeClr val="bg1"/>
                </a:solidFill>
              </a:rPr>
              <a:t>, where the manufacturing cost ranges between 0.89 and 240.54, pointing toward possible inefficiencies or </a:t>
            </a:r>
            <a:r>
              <a:rPr lang="en-US" altLang="en-US" b="1">
                <a:solidFill>
                  <a:schemeClr val="bg1"/>
                </a:solidFill>
              </a:rPr>
              <a:t>variations in manufacturing</a:t>
            </a:r>
            <a:r>
              <a:rPr lang="en-US" altLang="en-US">
                <a:solidFill>
                  <a:schemeClr val="bg1"/>
                </a:solidFill>
              </a:rPr>
              <a:t> practices that could be standardized to improve cost control.</a:t>
            </a:r>
            <a:endParaRPr lang="en-US" altLang="en-US">
              <a:solidFill>
                <a:schemeClr val="bg1"/>
              </a:solidFill>
            </a:endParaRPr>
          </a:p>
        </p:txBody>
      </p:sp>
      <p:sp>
        <p:nvSpPr>
          <p:cNvPr id="71" name="Text Box 70"/>
          <p:cNvSpPr txBox="1"/>
          <p:nvPr/>
        </p:nvSpPr>
        <p:spPr>
          <a:xfrm>
            <a:off x="6096000" y="3575050"/>
            <a:ext cx="918845" cy="368300"/>
          </a:xfrm>
          <a:prstGeom prst="rect">
            <a:avLst/>
          </a:prstGeom>
          <a:noFill/>
        </p:spPr>
        <p:txBody>
          <a:bodyPr wrap="square" rtlCol="0">
            <a:spAutoFit/>
          </a:bodyPr>
          <a:p>
            <a:r>
              <a:rPr lang="en-US">
                <a:solidFill>
                  <a:schemeClr val="bg1"/>
                </a:solidFill>
              </a:rPr>
              <a:t>Visual</a:t>
            </a:r>
            <a:endParaRPr lang="en-US">
              <a:solidFill>
                <a:schemeClr val="bg1"/>
              </a:solidFill>
            </a:endParaRPr>
          </a:p>
        </p:txBody>
      </p:sp>
      <p:pic>
        <p:nvPicPr>
          <p:cNvPr id="2" name="Picture 1" descr="req-5"/>
          <p:cNvPicPr>
            <a:picLocks noChangeAspect="1"/>
          </p:cNvPicPr>
          <p:nvPr/>
        </p:nvPicPr>
        <p:blipFill>
          <a:blip r:embed="rId1"/>
          <a:stretch>
            <a:fillRect/>
          </a:stretch>
        </p:blipFill>
        <p:spPr>
          <a:xfrm>
            <a:off x="838200" y="3575050"/>
            <a:ext cx="4695825" cy="1079500"/>
          </a:xfrm>
          <a:prstGeom prst="rect">
            <a:avLst/>
          </a:prstGeom>
        </p:spPr>
      </p:pic>
      <p:pic>
        <p:nvPicPr>
          <p:cNvPr id="7" name="Picture 6" descr="pb-6"/>
          <p:cNvPicPr>
            <a:picLocks noChangeAspect="1"/>
          </p:cNvPicPr>
          <p:nvPr/>
        </p:nvPicPr>
        <p:blipFill>
          <a:blip r:embed="rId2"/>
          <a:stretch>
            <a:fillRect/>
          </a:stretch>
        </p:blipFill>
        <p:spPr>
          <a:xfrm>
            <a:off x="7458710" y="3488690"/>
            <a:ext cx="4396740" cy="1435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838200" y="365125"/>
            <a:ext cx="10515600" cy="1133475"/>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rPr>
              <a:t>Market List of specific customer &amp; in specific region</a:t>
            </a:r>
            <a:endPar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endParaRPr>
          </a:p>
        </p:txBody>
      </p:sp>
      <p:sp>
        <p:nvSpPr>
          <p:cNvPr id="18" name="矩形 17"/>
          <p:cNvSpPr/>
          <p:nvPr/>
        </p:nvSpPr>
        <p:spPr>
          <a:xfrm>
            <a:off x="741045" y="1405890"/>
            <a:ext cx="10612120" cy="114173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Request 6</a:t>
            </a: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Generate a report which contains the top 5 customers who received an</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average high pre_invoice_discount_pct for the fiscal year 2021 and in the</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Indian market. </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p:txBody>
      </p:sp>
      <p:sp>
        <p:nvSpPr>
          <p:cNvPr id="3" name="Text Box 2"/>
          <p:cNvSpPr txBox="1"/>
          <p:nvPr/>
        </p:nvSpPr>
        <p:spPr>
          <a:xfrm>
            <a:off x="740410" y="2750820"/>
            <a:ext cx="986790" cy="368300"/>
          </a:xfrm>
          <a:prstGeom prst="rect">
            <a:avLst/>
          </a:prstGeom>
          <a:noFill/>
        </p:spPr>
        <p:txBody>
          <a:bodyPr wrap="square" rtlCol="0">
            <a:spAutoFit/>
          </a:bodyPr>
          <a:p>
            <a:r>
              <a:rPr lang="en-US">
                <a:solidFill>
                  <a:schemeClr val="bg1"/>
                </a:solidFill>
              </a:rPr>
              <a:t>Output:</a:t>
            </a:r>
            <a:endParaRPr lang="en-US">
              <a:solidFill>
                <a:schemeClr val="bg1"/>
              </a:solidFill>
            </a:endParaRPr>
          </a:p>
        </p:txBody>
      </p:sp>
      <p:sp>
        <p:nvSpPr>
          <p:cNvPr id="5" name="Right Arrow 4"/>
          <p:cNvSpPr/>
          <p:nvPr/>
        </p:nvSpPr>
        <p:spPr>
          <a:xfrm>
            <a:off x="5652135" y="3988435"/>
            <a:ext cx="1688465" cy="434340"/>
          </a:xfrm>
          <a:prstGeom prst="rightArrow">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Text Box 69"/>
          <p:cNvSpPr txBox="1"/>
          <p:nvPr/>
        </p:nvSpPr>
        <p:spPr>
          <a:xfrm>
            <a:off x="1040765" y="5420360"/>
            <a:ext cx="10186035" cy="922020"/>
          </a:xfrm>
          <a:prstGeom prst="rect">
            <a:avLst/>
          </a:prstGeom>
          <a:noFill/>
        </p:spPr>
        <p:txBody>
          <a:bodyPr wrap="square" rtlCol="0">
            <a:spAutoFit/>
          </a:bodyPr>
          <a:p>
            <a:r>
              <a:rPr lang="en-US" b="1">
                <a:solidFill>
                  <a:schemeClr val="bg1"/>
                </a:solidFill>
              </a:rPr>
              <a:t>Insights</a:t>
            </a:r>
            <a:r>
              <a:rPr lang="en-US">
                <a:solidFill>
                  <a:schemeClr val="bg1"/>
                </a:solidFill>
              </a:rPr>
              <a:t>: </a:t>
            </a:r>
            <a:r>
              <a:rPr lang="en-US" altLang="en-US">
                <a:solidFill>
                  <a:schemeClr val="bg1"/>
                </a:solidFill>
              </a:rPr>
              <a:t> The analysis reveals a discount-driven customer strategy, with Flipkart leading in average pre-invoice discounts. While this supports high-volume sales, continuous evaluation is required to ensure discounts are aligned with profitability goals.</a:t>
            </a:r>
            <a:endParaRPr lang="en-US" altLang="en-US">
              <a:solidFill>
                <a:schemeClr val="bg1"/>
              </a:solidFill>
            </a:endParaRPr>
          </a:p>
        </p:txBody>
      </p:sp>
      <p:sp>
        <p:nvSpPr>
          <p:cNvPr id="71" name="Text Box 70"/>
          <p:cNvSpPr txBox="1"/>
          <p:nvPr/>
        </p:nvSpPr>
        <p:spPr>
          <a:xfrm>
            <a:off x="5941695" y="3575050"/>
            <a:ext cx="918845" cy="368300"/>
          </a:xfrm>
          <a:prstGeom prst="rect">
            <a:avLst/>
          </a:prstGeom>
          <a:noFill/>
        </p:spPr>
        <p:txBody>
          <a:bodyPr wrap="square" rtlCol="0">
            <a:spAutoFit/>
          </a:bodyPr>
          <a:p>
            <a:r>
              <a:rPr lang="en-US">
                <a:solidFill>
                  <a:schemeClr val="bg1"/>
                </a:solidFill>
              </a:rPr>
              <a:t>Visual</a:t>
            </a:r>
            <a:endParaRPr lang="en-US">
              <a:solidFill>
                <a:schemeClr val="bg1"/>
              </a:solidFill>
            </a:endParaRPr>
          </a:p>
        </p:txBody>
      </p:sp>
      <p:pic>
        <p:nvPicPr>
          <p:cNvPr id="6" name="Picture 5" descr="req-6"/>
          <p:cNvPicPr>
            <a:picLocks noChangeAspect="1"/>
          </p:cNvPicPr>
          <p:nvPr/>
        </p:nvPicPr>
        <p:blipFill>
          <a:blip r:embed="rId1"/>
          <a:stretch>
            <a:fillRect/>
          </a:stretch>
        </p:blipFill>
        <p:spPr>
          <a:xfrm>
            <a:off x="1314450" y="3322320"/>
            <a:ext cx="3969385" cy="1767205"/>
          </a:xfrm>
          <a:prstGeom prst="rect">
            <a:avLst/>
          </a:prstGeom>
        </p:spPr>
      </p:pic>
      <p:pic>
        <p:nvPicPr>
          <p:cNvPr id="2" name="Picture 1"/>
          <p:cNvPicPr>
            <a:picLocks noChangeAspect="1"/>
          </p:cNvPicPr>
          <p:nvPr/>
        </p:nvPicPr>
        <p:blipFill>
          <a:blip r:embed="rId2"/>
          <a:stretch>
            <a:fillRect/>
          </a:stretch>
        </p:blipFill>
        <p:spPr>
          <a:xfrm>
            <a:off x="7518400" y="2375535"/>
            <a:ext cx="4232275" cy="2933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838200" y="365125"/>
            <a:ext cx="10515600" cy="1133475"/>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rPr>
              <a:t>Market List of specific customer &amp; in specific region</a:t>
            </a:r>
            <a:endPar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endParaRPr>
          </a:p>
        </p:txBody>
      </p:sp>
      <p:sp>
        <p:nvSpPr>
          <p:cNvPr id="18" name="矩形 17"/>
          <p:cNvSpPr/>
          <p:nvPr/>
        </p:nvSpPr>
        <p:spPr>
          <a:xfrm>
            <a:off x="741045" y="1405890"/>
            <a:ext cx="10612120" cy="114173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Request 7</a:t>
            </a: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Get the complete report of the Gross sales amount for the customer “Atliq</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Exclusive” for each month.</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p:txBody>
      </p:sp>
      <p:sp>
        <p:nvSpPr>
          <p:cNvPr id="3" name="Text Box 2"/>
          <p:cNvSpPr txBox="1"/>
          <p:nvPr/>
        </p:nvSpPr>
        <p:spPr>
          <a:xfrm>
            <a:off x="634365" y="2277745"/>
            <a:ext cx="986790" cy="368300"/>
          </a:xfrm>
          <a:prstGeom prst="rect">
            <a:avLst/>
          </a:prstGeom>
          <a:noFill/>
        </p:spPr>
        <p:txBody>
          <a:bodyPr wrap="square" rtlCol="0">
            <a:spAutoFit/>
          </a:bodyPr>
          <a:p>
            <a:r>
              <a:rPr lang="en-US">
                <a:solidFill>
                  <a:schemeClr val="bg1"/>
                </a:solidFill>
              </a:rPr>
              <a:t>Output:</a:t>
            </a:r>
            <a:endParaRPr lang="en-US">
              <a:solidFill>
                <a:schemeClr val="bg1"/>
              </a:solidFill>
            </a:endParaRPr>
          </a:p>
        </p:txBody>
      </p:sp>
      <p:pic>
        <p:nvPicPr>
          <p:cNvPr id="2" name="Picture 1" descr="req-7"/>
          <p:cNvPicPr>
            <a:picLocks noChangeAspect="1"/>
          </p:cNvPicPr>
          <p:nvPr/>
        </p:nvPicPr>
        <p:blipFill>
          <a:blip r:embed="rId1"/>
          <a:stretch>
            <a:fillRect/>
          </a:stretch>
        </p:blipFill>
        <p:spPr>
          <a:xfrm>
            <a:off x="3661410" y="2338070"/>
            <a:ext cx="4108450" cy="40919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 name="Text Box 69"/>
          <p:cNvSpPr txBox="1"/>
          <p:nvPr/>
        </p:nvSpPr>
        <p:spPr>
          <a:xfrm>
            <a:off x="722630" y="4620895"/>
            <a:ext cx="10504170" cy="1910080"/>
          </a:xfrm>
          <a:prstGeom prst="rect">
            <a:avLst/>
          </a:prstGeom>
          <a:noFill/>
        </p:spPr>
        <p:txBody>
          <a:bodyPr wrap="square" rtlCol="0">
            <a:noAutofit/>
          </a:bodyPr>
          <a:p>
            <a:r>
              <a:rPr lang="en-US" b="1">
                <a:solidFill>
                  <a:schemeClr val="bg1"/>
                </a:solidFill>
              </a:rPr>
              <a:t>Insights</a:t>
            </a:r>
            <a:r>
              <a:rPr lang="en-US">
                <a:solidFill>
                  <a:schemeClr val="bg1"/>
                </a:solidFill>
              </a:rPr>
              <a:t>:</a:t>
            </a:r>
            <a:endParaRPr lang="en-US">
              <a:solidFill>
                <a:schemeClr val="bg1"/>
              </a:solidFill>
            </a:endParaRPr>
          </a:p>
          <a:p>
            <a:pPr marL="285750" indent="-285750">
              <a:buFont typeface="Arial" panose="020B0604020202020204" pitchFamily="34" charset="0"/>
              <a:buChar char="•"/>
            </a:pPr>
            <a:r>
              <a:rPr lang="en-US" altLang="en-US" sz="1400">
                <a:solidFill>
                  <a:schemeClr val="bg1"/>
                </a:solidFill>
              </a:rPr>
              <a:t>Clear seasonality observed, with sales fluctuating across months, indicating demand peaks driven by festive periods and promotional cycles.</a:t>
            </a:r>
            <a:endParaRPr lang="en-US" altLang="en-US" sz="1400">
              <a:solidFill>
                <a:schemeClr val="bg1"/>
              </a:solidFill>
            </a:endParaRPr>
          </a:p>
          <a:p>
            <a:pPr marL="285750" indent="-285750">
              <a:buFont typeface="Arial" panose="020B0604020202020204" pitchFamily="34" charset="0"/>
              <a:buChar char="•"/>
            </a:pPr>
            <a:r>
              <a:rPr lang="en-US" altLang="en-US" sz="1400">
                <a:solidFill>
                  <a:schemeClr val="bg1"/>
                </a:solidFill>
              </a:rPr>
              <a:t>November 2020 recorded the highest gross sales i.e., $32.25 highlighting a strong demand surge and serving as a benchmark period for future planning.</a:t>
            </a:r>
            <a:endParaRPr lang="en-US" altLang="en-US" sz="1400">
              <a:solidFill>
                <a:schemeClr val="bg1"/>
              </a:solidFill>
            </a:endParaRPr>
          </a:p>
          <a:p>
            <a:pPr marL="285750" indent="-285750">
              <a:buFont typeface="Arial" panose="020B0604020202020204" pitchFamily="34" charset="0"/>
              <a:buChar char="•"/>
            </a:pPr>
            <a:r>
              <a:rPr lang="en-US" altLang="en-US" sz="1400">
                <a:solidFill>
                  <a:schemeClr val="bg1"/>
                </a:solidFill>
              </a:rPr>
              <a:t>Early 2020 shows a sales dip, likely due to market disruptions, followed by a strong recovery in late 2020.</a:t>
            </a:r>
            <a:endParaRPr lang="en-US" altLang="en-US" sz="1400">
              <a:solidFill>
                <a:schemeClr val="bg1"/>
              </a:solidFill>
            </a:endParaRPr>
          </a:p>
          <a:p>
            <a:pPr marL="285750" indent="-285750">
              <a:buFont typeface="Arial" panose="020B0604020202020204" pitchFamily="34" charset="0"/>
              <a:buChar char="•"/>
            </a:pPr>
            <a:r>
              <a:rPr lang="en-US" altLang="en-US" sz="1400">
                <a:solidFill>
                  <a:schemeClr val="bg1"/>
                </a:solidFill>
              </a:rPr>
              <a:t>Sales performance in 2021 is more stable and consistent, reflecting improved demand forecasting and a strengthened customer relationship.</a:t>
            </a:r>
            <a:endParaRPr lang="en-US" altLang="en-US" sz="1400">
              <a:solidFill>
                <a:schemeClr val="bg1"/>
              </a:solidFill>
            </a:endParaRPr>
          </a:p>
          <a:p>
            <a:pPr marL="285750" indent="-285750">
              <a:buFont typeface="Arial" panose="020B0604020202020204" pitchFamily="34" charset="0"/>
              <a:buChar char="•"/>
            </a:pPr>
            <a:r>
              <a:rPr lang="en-US" altLang="en-US" sz="1400">
                <a:solidFill>
                  <a:schemeClr val="bg1"/>
                </a:solidFill>
              </a:rPr>
              <a:t>Reduced volatility in 2021 suggests better predictability, supporting more efficient inventory and supply-chain planning.</a:t>
            </a:r>
            <a:endParaRPr lang="en-US" altLang="en-US" sz="1400">
              <a:solidFill>
                <a:schemeClr val="bg1"/>
              </a:solidFill>
            </a:endParaRPr>
          </a:p>
        </p:txBody>
      </p:sp>
      <p:pic>
        <p:nvPicPr>
          <p:cNvPr id="3" name="Picture 2"/>
          <p:cNvPicPr>
            <a:picLocks noChangeAspect="1"/>
          </p:cNvPicPr>
          <p:nvPr/>
        </p:nvPicPr>
        <p:blipFill>
          <a:blip r:embed="rId1"/>
          <a:stretch>
            <a:fillRect/>
          </a:stretch>
        </p:blipFill>
        <p:spPr>
          <a:xfrm>
            <a:off x="1626235" y="795655"/>
            <a:ext cx="8505190" cy="3620135"/>
          </a:xfrm>
          <a:prstGeom prst="rect">
            <a:avLst/>
          </a:prstGeom>
        </p:spPr>
      </p:pic>
      <p:sp>
        <p:nvSpPr>
          <p:cNvPr id="4" name="Text Box 3"/>
          <p:cNvSpPr txBox="1"/>
          <p:nvPr/>
        </p:nvSpPr>
        <p:spPr>
          <a:xfrm>
            <a:off x="1701800" y="346710"/>
            <a:ext cx="8429625" cy="368300"/>
          </a:xfrm>
          <a:prstGeom prst="rect">
            <a:avLst/>
          </a:prstGeom>
          <a:noFill/>
        </p:spPr>
        <p:txBody>
          <a:bodyPr wrap="square" rtlCol="0">
            <a:spAutoFit/>
          </a:bodyPr>
          <a:p>
            <a:pPr algn="ctr"/>
            <a:r>
              <a:rPr lang="en-US">
                <a:solidFill>
                  <a:schemeClr val="bg1"/>
                </a:solidFill>
              </a:rPr>
              <a:t>Atliq Exclusive gross sales amount for each month</a:t>
            </a:r>
            <a:endParaRPr lang="en-US">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838200" y="365125"/>
            <a:ext cx="10515600" cy="1133475"/>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rPr>
              <a:t>Quarter based sales analysis for the year 2020</a:t>
            </a:r>
            <a:endPar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endParaRPr>
          </a:p>
        </p:txBody>
      </p:sp>
      <p:sp>
        <p:nvSpPr>
          <p:cNvPr id="18" name="矩形 17"/>
          <p:cNvSpPr/>
          <p:nvPr/>
        </p:nvSpPr>
        <p:spPr>
          <a:xfrm>
            <a:off x="741045" y="1405890"/>
            <a:ext cx="10612120" cy="114173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Request 8</a:t>
            </a: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In which quarter of 2020, got the maximum total_sold_quantity?</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p:txBody>
      </p:sp>
      <p:sp>
        <p:nvSpPr>
          <p:cNvPr id="3" name="Text Box 2"/>
          <p:cNvSpPr txBox="1"/>
          <p:nvPr/>
        </p:nvSpPr>
        <p:spPr>
          <a:xfrm>
            <a:off x="740410" y="2750820"/>
            <a:ext cx="986790" cy="368300"/>
          </a:xfrm>
          <a:prstGeom prst="rect">
            <a:avLst/>
          </a:prstGeom>
          <a:noFill/>
        </p:spPr>
        <p:txBody>
          <a:bodyPr wrap="square" rtlCol="0">
            <a:spAutoFit/>
          </a:bodyPr>
          <a:p>
            <a:r>
              <a:rPr lang="en-US">
                <a:solidFill>
                  <a:schemeClr val="bg1"/>
                </a:solidFill>
              </a:rPr>
              <a:t>Output:</a:t>
            </a:r>
            <a:endParaRPr lang="en-US">
              <a:solidFill>
                <a:schemeClr val="bg1"/>
              </a:solidFill>
            </a:endParaRPr>
          </a:p>
        </p:txBody>
      </p:sp>
      <p:sp>
        <p:nvSpPr>
          <p:cNvPr id="5" name="Right Arrow 4"/>
          <p:cNvSpPr/>
          <p:nvPr/>
        </p:nvSpPr>
        <p:spPr>
          <a:xfrm>
            <a:off x="4926330" y="3988435"/>
            <a:ext cx="1821815" cy="434340"/>
          </a:xfrm>
          <a:prstGeom prst="rightArrow">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Text Box 69"/>
          <p:cNvSpPr txBox="1"/>
          <p:nvPr/>
        </p:nvSpPr>
        <p:spPr>
          <a:xfrm>
            <a:off x="1040765" y="5420360"/>
            <a:ext cx="10186035" cy="645160"/>
          </a:xfrm>
          <a:prstGeom prst="rect">
            <a:avLst/>
          </a:prstGeom>
          <a:noFill/>
        </p:spPr>
        <p:txBody>
          <a:bodyPr wrap="square" rtlCol="0">
            <a:spAutoFit/>
          </a:bodyPr>
          <a:p>
            <a:r>
              <a:rPr lang="en-US" b="1">
                <a:solidFill>
                  <a:schemeClr val="bg1"/>
                </a:solidFill>
              </a:rPr>
              <a:t>Insights</a:t>
            </a:r>
            <a:r>
              <a:rPr lang="en-US">
                <a:solidFill>
                  <a:schemeClr val="bg1"/>
                </a:solidFill>
              </a:rPr>
              <a:t>: </a:t>
            </a:r>
            <a:r>
              <a:rPr lang="en-US" altLang="en-US">
                <a:solidFill>
                  <a:schemeClr val="bg1"/>
                </a:solidFill>
              </a:rPr>
              <a:t>Q1 recorded the highest total sold quantity at 7.01, while Q3 posted the lowest at 2.08, highlighting a clear seasonal or demand-related variation across quarters.</a:t>
            </a:r>
            <a:endParaRPr lang="en-US" altLang="en-US">
              <a:solidFill>
                <a:schemeClr val="bg1"/>
              </a:solidFill>
            </a:endParaRPr>
          </a:p>
        </p:txBody>
      </p:sp>
      <p:sp>
        <p:nvSpPr>
          <p:cNvPr id="71" name="Text Box 70"/>
          <p:cNvSpPr txBox="1"/>
          <p:nvPr/>
        </p:nvSpPr>
        <p:spPr>
          <a:xfrm>
            <a:off x="5338445" y="3620135"/>
            <a:ext cx="918845" cy="368300"/>
          </a:xfrm>
          <a:prstGeom prst="rect">
            <a:avLst/>
          </a:prstGeom>
          <a:noFill/>
        </p:spPr>
        <p:txBody>
          <a:bodyPr wrap="square" rtlCol="0">
            <a:spAutoFit/>
          </a:bodyPr>
          <a:p>
            <a:r>
              <a:rPr lang="en-US">
                <a:solidFill>
                  <a:schemeClr val="bg1"/>
                </a:solidFill>
              </a:rPr>
              <a:t>Visual</a:t>
            </a:r>
            <a:endParaRPr lang="en-US">
              <a:solidFill>
                <a:schemeClr val="bg1"/>
              </a:solidFill>
            </a:endParaRPr>
          </a:p>
        </p:txBody>
      </p:sp>
      <p:pic>
        <p:nvPicPr>
          <p:cNvPr id="2" name="Picture 1" descr="req-8"/>
          <p:cNvPicPr>
            <a:picLocks noChangeAspect="1"/>
          </p:cNvPicPr>
          <p:nvPr/>
        </p:nvPicPr>
        <p:blipFill>
          <a:blip r:embed="rId1"/>
          <a:stretch>
            <a:fillRect/>
          </a:stretch>
        </p:blipFill>
        <p:spPr>
          <a:xfrm>
            <a:off x="2230120" y="3337560"/>
            <a:ext cx="2367915" cy="1421765"/>
          </a:xfrm>
          <a:prstGeom prst="rect">
            <a:avLst/>
          </a:prstGeom>
        </p:spPr>
      </p:pic>
      <p:pic>
        <p:nvPicPr>
          <p:cNvPr id="7" name="Picture 6" descr="pb-2"/>
          <p:cNvPicPr>
            <a:picLocks noChangeAspect="1"/>
          </p:cNvPicPr>
          <p:nvPr/>
        </p:nvPicPr>
        <p:blipFill>
          <a:blip r:embed="rId2"/>
          <a:stretch>
            <a:fillRect/>
          </a:stretch>
        </p:blipFill>
        <p:spPr>
          <a:xfrm>
            <a:off x="7150100" y="2548255"/>
            <a:ext cx="4326255" cy="27114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838200" y="365125"/>
            <a:ext cx="10515600" cy="1133475"/>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rPr>
              <a:t>Each channel gross sales and the percentage contribution in fy:2021 </a:t>
            </a:r>
            <a:endPar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endParaRPr>
          </a:p>
        </p:txBody>
      </p:sp>
      <p:sp>
        <p:nvSpPr>
          <p:cNvPr id="18" name="矩形 17"/>
          <p:cNvSpPr/>
          <p:nvPr/>
        </p:nvSpPr>
        <p:spPr>
          <a:xfrm>
            <a:off x="741045" y="1405890"/>
            <a:ext cx="10612120" cy="114173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Request 9</a:t>
            </a: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Which channel helped to bring more gross sales in the fiscal year 2021</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and the percentage of contribution?</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p:txBody>
      </p:sp>
      <p:sp>
        <p:nvSpPr>
          <p:cNvPr id="3" name="Text Box 2"/>
          <p:cNvSpPr txBox="1"/>
          <p:nvPr/>
        </p:nvSpPr>
        <p:spPr>
          <a:xfrm>
            <a:off x="740410" y="2750820"/>
            <a:ext cx="986790" cy="368300"/>
          </a:xfrm>
          <a:prstGeom prst="rect">
            <a:avLst/>
          </a:prstGeom>
          <a:noFill/>
        </p:spPr>
        <p:txBody>
          <a:bodyPr wrap="square" rtlCol="0">
            <a:spAutoFit/>
          </a:bodyPr>
          <a:p>
            <a:r>
              <a:rPr lang="en-US">
                <a:solidFill>
                  <a:schemeClr val="bg1"/>
                </a:solidFill>
              </a:rPr>
              <a:t>Output:</a:t>
            </a:r>
            <a:endParaRPr lang="en-US">
              <a:solidFill>
                <a:schemeClr val="bg1"/>
              </a:solidFill>
            </a:endParaRPr>
          </a:p>
        </p:txBody>
      </p:sp>
      <p:sp>
        <p:nvSpPr>
          <p:cNvPr id="5" name="Right Arrow 4"/>
          <p:cNvSpPr/>
          <p:nvPr/>
        </p:nvSpPr>
        <p:spPr>
          <a:xfrm>
            <a:off x="5010785" y="3988435"/>
            <a:ext cx="1688465" cy="434340"/>
          </a:xfrm>
          <a:prstGeom prst="rightArrow">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0" name="Text Box 69"/>
          <p:cNvSpPr txBox="1"/>
          <p:nvPr/>
        </p:nvSpPr>
        <p:spPr>
          <a:xfrm>
            <a:off x="837565" y="5420360"/>
            <a:ext cx="10389235" cy="1198880"/>
          </a:xfrm>
          <a:prstGeom prst="rect">
            <a:avLst/>
          </a:prstGeom>
          <a:noFill/>
        </p:spPr>
        <p:txBody>
          <a:bodyPr wrap="square" rtlCol="0">
            <a:spAutoFit/>
          </a:bodyPr>
          <a:p>
            <a:r>
              <a:rPr lang="en-US" b="1">
                <a:solidFill>
                  <a:schemeClr val="bg1"/>
                </a:solidFill>
              </a:rPr>
              <a:t>Insights</a:t>
            </a:r>
            <a:r>
              <a:rPr lang="en-US">
                <a:solidFill>
                  <a:schemeClr val="bg1"/>
                </a:solidFill>
              </a:rPr>
              <a:t>: </a:t>
            </a:r>
            <a:r>
              <a:rPr lang="en-US" altLang="en-US">
                <a:solidFill>
                  <a:schemeClr val="bg1"/>
                </a:solidFill>
              </a:rPr>
              <a:t>In FY 2021, the Retailer channel generated the highest gross sales and contributed the largest share of overall revenue. In contrast, the Distributor channel recorded the lowest percentage contribution, indicating underutilized reach and potential inefficiencies in channel strategy that may be limiting sales performance.</a:t>
            </a:r>
            <a:endParaRPr lang="en-US" altLang="en-US">
              <a:solidFill>
                <a:schemeClr val="bg1"/>
              </a:solidFill>
            </a:endParaRPr>
          </a:p>
        </p:txBody>
      </p:sp>
      <p:sp>
        <p:nvSpPr>
          <p:cNvPr id="71" name="Text Box 70"/>
          <p:cNvSpPr txBox="1"/>
          <p:nvPr/>
        </p:nvSpPr>
        <p:spPr>
          <a:xfrm>
            <a:off x="5395595" y="3575050"/>
            <a:ext cx="918845" cy="368300"/>
          </a:xfrm>
          <a:prstGeom prst="rect">
            <a:avLst/>
          </a:prstGeom>
          <a:noFill/>
        </p:spPr>
        <p:txBody>
          <a:bodyPr wrap="square" rtlCol="0">
            <a:spAutoFit/>
          </a:bodyPr>
          <a:p>
            <a:r>
              <a:rPr lang="en-US">
                <a:solidFill>
                  <a:schemeClr val="bg1"/>
                </a:solidFill>
              </a:rPr>
              <a:t>Visual</a:t>
            </a:r>
            <a:endParaRPr lang="en-US">
              <a:solidFill>
                <a:schemeClr val="bg1"/>
              </a:solidFill>
            </a:endParaRPr>
          </a:p>
        </p:txBody>
      </p:sp>
      <p:pic>
        <p:nvPicPr>
          <p:cNvPr id="6" name="Picture 5" descr="req-9"/>
          <p:cNvPicPr>
            <a:picLocks noChangeAspect="1"/>
          </p:cNvPicPr>
          <p:nvPr/>
        </p:nvPicPr>
        <p:blipFill>
          <a:blip r:embed="rId1"/>
          <a:stretch>
            <a:fillRect/>
          </a:stretch>
        </p:blipFill>
        <p:spPr>
          <a:xfrm>
            <a:off x="1805305" y="3300730"/>
            <a:ext cx="2775585" cy="1558925"/>
          </a:xfrm>
          <a:prstGeom prst="rect">
            <a:avLst/>
          </a:prstGeom>
        </p:spPr>
      </p:pic>
      <p:pic>
        <p:nvPicPr>
          <p:cNvPr id="7" name="Picture 6" descr="pb-1"/>
          <p:cNvPicPr>
            <a:picLocks noChangeAspect="1"/>
          </p:cNvPicPr>
          <p:nvPr/>
        </p:nvPicPr>
        <p:blipFill>
          <a:blip r:embed="rId2"/>
          <a:stretch>
            <a:fillRect/>
          </a:stretch>
        </p:blipFill>
        <p:spPr>
          <a:xfrm>
            <a:off x="7039610" y="2751455"/>
            <a:ext cx="4420235" cy="22688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838200" y="365125"/>
            <a:ext cx="10515600" cy="1133475"/>
          </a:xfr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rPr>
              <a:t>Market List of specific customer &amp; in specific region</a:t>
            </a:r>
            <a:endParaRPr kumimoji="0" lang="en-US" altLang="zh-CN" sz="3200" b="0" i="0" u="none" strike="noStrike" kern="1200" cap="none" spc="0" normalizeH="0" baseline="0" noProof="0" dirty="0">
              <a:ln>
                <a:noFill/>
              </a:ln>
              <a:solidFill>
                <a:schemeClr val="accent4">
                  <a:lumMod val="40000"/>
                  <a:lumOff val="60000"/>
                </a:schemeClr>
              </a:solidFill>
              <a:effectLst/>
              <a:uLnTx/>
              <a:uFillTx/>
              <a:latin typeface="+mj-lt"/>
              <a:ea typeface="+mj-ea"/>
              <a:cs typeface="+mj-cs"/>
            </a:endParaRPr>
          </a:p>
        </p:txBody>
      </p:sp>
      <p:sp>
        <p:nvSpPr>
          <p:cNvPr id="18" name="矩形 17"/>
          <p:cNvSpPr/>
          <p:nvPr/>
        </p:nvSpPr>
        <p:spPr>
          <a:xfrm>
            <a:off x="741045" y="1405890"/>
            <a:ext cx="10991215" cy="1141730"/>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1"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Request 10</a:t>
            </a: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  Get the Top 3 products in each division that have a high total_sold_quantity</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rPr>
              <a:t>in the fiscal_year 2021?</a:t>
            </a:r>
            <a:endParaRPr kumimoji="0" lang="en-US" altLang="en-US" sz="2400" b="0" i="0" u="none" strike="noStrike" kern="1200" cap="none" spc="0" normalizeH="0" baseline="0" noProof="0" dirty="0">
              <a:ln>
                <a:noFill/>
              </a:ln>
              <a:solidFill>
                <a:schemeClr val="bg1"/>
              </a:solidFill>
              <a:effectLst/>
              <a:uLnTx/>
              <a:uFillTx/>
              <a:latin typeface="Calibri Light" panose="020F0302020204030204"/>
              <a:ea typeface="+mn-ea"/>
              <a:cs typeface="+mn-cs"/>
              <a:sym typeface="+mn-ea"/>
            </a:endParaRPr>
          </a:p>
        </p:txBody>
      </p:sp>
      <p:sp>
        <p:nvSpPr>
          <p:cNvPr id="3" name="Text Box 2"/>
          <p:cNvSpPr txBox="1"/>
          <p:nvPr/>
        </p:nvSpPr>
        <p:spPr>
          <a:xfrm>
            <a:off x="740410" y="2750820"/>
            <a:ext cx="986790" cy="368300"/>
          </a:xfrm>
          <a:prstGeom prst="rect">
            <a:avLst/>
          </a:prstGeom>
          <a:noFill/>
        </p:spPr>
        <p:txBody>
          <a:bodyPr wrap="square" rtlCol="0">
            <a:spAutoFit/>
          </a:bodyPr>
          <a:p>
            <a:r>
              <a:rPr lang="en-US">
                <a:solidFill>
                  <a:schemeClr val="bg1"/>
                </a:solidFill>
              </a:rPr>
              <a:t>Output:</a:t>
            </a:r>
            <a:endParaRPr lang="en-US">
              <a:solidFill>
                <a:schemeClr val="bg1"/>
              </a:solidFill>
            </a:endParaRPr>
          </a:p>
        </p:txBody>
      </p:sp>
      <p:pic>
        <p:nvPicPr>
          <p:cNvPr id="2" name="Picture 1" descr="req-10"/>
          <p:cNvPicPr>
            <a:picLocks noChangeAspect="1"/>
          </p:cNvPicPr>
          <p:nvPr/>
        </p:nvPicPr>
        <p:blipFill>
          <a:blip r:embed="rId1"/>
          <a:stretch>
            <a:fillRect/>
          </a:stretch>
        </p:blipFill>
        <p:spPr>
          <a:xfrm>
            <a:off x="838200" y="3184525"/>
            <a:ext cx="5161915" cy="2451735"/>
          </a:xfrm>
          <a:prstGeom prst="rect">
            <a:avLst/>
          </a:prstGeom>
        </p:spPr>
      </p:pic>
      <p:sp>
        <p:nvSpPr>
          <p:cNvPr id="5" name="Text Box 4"/>
          <p:cNvSpPr txBox="1"/>
          <p:nvPr/>
        </p:nvSpPr>
        <p:spPr>
          <a:xfrm>
            <a:off x="6281420" y="1994535"/>
            <a:ext cx="5710555" cy="4555490"/>
          </a:xfrm>
          <a:prstGeom prst="rect">
            <a:avLst/>
          </a:prstGeom>
          <a:noFill/>
        </p:spPr>
        <p:txBody>
          <a:bodyPr wrap="square" rtlCol="0">
            <a:noAutofit/>
          </a:bodyPr>
          <a:p>
            <a:r>
              <a:rPr lang="en-US" altLang="en-US" sz="1600" b="1">
                <a:solidFill>
                  <a:schemeClr val="bg1"/>
                </a:solidFill>
              </a:rPr>
              <a:t>Insights – Top Products by Division (FY 2021):</a:t>
            </a:r>
            <a:endParaRPr lang="en-US" altLang="en-US" sz="1600" b="1">
              <a:solidFill>
                <a:schemeClr val="bg1"/>
              </a:solidFill>
            </a:endParaRPr>
          </a:p>
          <a:p>
            <a:pPr marL="171450" indent="-171450">
              <a:buFont typeface="Wingdings" panose="05000000000000000000" charset="0"/>
              <a:buChar char="Ø"/>
            </a:pPr>
            <a:r>
              <a:rPr lang="en-US" altLang="en-US" sz="1400">
                <a:solidFill>
                  <a:schemeClr val="bg1"/>
                </a:solidFill>
              </a:rPr>
              <a:t>PC Division</a:t>
            </a:r>
            <a:endParaRPr lang="en-US" altLang="en-US" sz="1400">
              <a:solidFill>
                <a:schemeClr val="bg1"/>
              </a:solidFill>
            </a:endParaRPr>
          </a:p>
          <a:p>
            <a:pPr marL="171450" indent="-171450">
              <a:buFont typeface="Arial" panose="020B0604020202020204" pitchFamily="34" charset="0"/>
              <a:buChar char="•"/>
            </a:pPr>
            <a:r>
              <a:rPr lang="en-US" altLang="en-US" sz="1400">
                <a:solidFill>
                  <a:schemeClr val="bg1"/>
                </a:solidFill>
              </a:rPr>
              <a:t>AQ Digit series dominates PC sales, with all top 3 products contributing ~17K units each.</a:t>
            </a:r>
            <a:endParaRPr lang="en-US" altLang="en-US" sz="1400">
              <a:solidFill>
                <a:schemeClr val="bg1"/>
              </a:solidFill>
            </a:endParaRPr>
          </a:p>
          <a:p>
            <a:pPr marL="171450" indent="-171450">
              <a:buFont typeface="Arial" panose="020B0604020202020204" pitchFamily="34" charset="0"/>
              <a:buChar char="•"/>
            </a:pPr>
            <a:r>
              <a:rPr lang="en-US" altLang="en-US" sz="1400">
                <a:solidFill>
                  <a:schemeClr val="bg1"/>
                </a:solidFill>
              </a:rPr>
              <a:t>Sales distribution among the top products is highly balanced, indicating stable demand rather than dependence on a single product.</a:t>
            </a:r>
            <a:endParaRPr lang="en-US" altLang="en-US" sz="1400">
              <a:solidFill>
                <a:schemeClr val="bg1"/>
              </a:solidFill>
            </a:endParaRPr>
          </a:p>
          <a:p>
            <a:endParaRPr lang="en-US" altLang="en-US" sz="1400">
              <a:solidFill>
                <a:schemeClr val="bg1"/>
              </a:solidFill>
            </a:endParaRPr>
          </a:p>
          <a:p>
            <a:pPr marL="171450" indent="-171450">
              <a:buFont typeface="Wingdings" panose="05000000000000000000" charset="0"/>
              <a:buChar char="Ø"/>
            </a:pPr>
            <a:r>
              <a:rPr lang="en-US" altLang="en-US" sz="1400">
                <a:solidFill>
                  <a:schemeClr val="bg1"/>
                </a:solidFill>
              </a:rPr>
              <a:t>P &amp; A (Peripherals &amp; Accessories) Division</a:t>
            </a:r>
            <a:endParaRPr lang="en-US" altLang="en-US" sz="1400">
              <a:solidFill>
                <a:schemeClr val="bg1"/>
              </a:solidFill>
            </a:endParaRPr>
          </a:p>
          <a:p>
            <a:pPr marL="171450" indent="-171450">
              <a:buFont typeface="Arial" panose="020B0604020202020204" pitchFamily="34" charset="0"/>
              <a:buChar char="•"/>
            </a:pPr>
            <a:r>
              <a:rPr lang="en-US" altLang="en-US" sz="1400">
                <a:solidFill>
                  <a:schemeClr val="bg1"/>
                </a:solidFill>
              </a:rPr>
              <a:t>AQ Gamers Ms emerges as the top-performing product, leading with ~428K units sold.</a:t>
            </a:r>
            <a:endParaRPr lang="en-US" altLang="en-US" sz="1400">
              <a:solidFill>
                <a:schemeClr val="bg1"/>
              </a:solidFill>
            </a:endParaRPr>
          </a:p>
          <a:p>
            <a:pPr marL="171450" indent="-171450">
              <a:buFont typeface="Arial" panose="020B0604020202020204" pitchFamily="34" charset="0"/>
              <a:buChar char="•"/>
            </a:pPr>
            <a:r>
              <a:rPr lang="en-US" altLang="en-US" sz="1400">
                <a:solidFill>
                  <a:schemeClr val="bg1"/>
                </a:solidFill>
              </a:rPr>
              <a:t>This division demonstrates high volume scalability, making it ideal for promotional campaigns and cross-selling.</a:t>
            </a:r>
            <a:endParaRPr lang="en-US" altLang="en-US" sz="1400">
              <a:solidFill>
                <a:schemeClr val="bg1"/>
              </a:solidFill>
            </a:endParaRPr>
          </a:p>
          <a:p>
            <a:endParaRPr lang="en-US" altLang="en-US" sz="1400">
              <a:solidFill>
                <a:schemeClr val="bg1"/>
              </a:solidFill>
            </a:endParaRPr>
          </a:p>
          <a:p>
            <a:pPr marL="171450" indent="-171450">
              <a:buFont typeface="Wingdings" panose="05000000000000000000" charset="0"/>
              <a:buChar char="Ø"/>
            </a:pPr>
            <a:r>
              <a:rPr lang="en-US" altLang="en-US" sz="1400">
                <a:solidFill>
                  <a:schemeClr val="bg1"/>
                </a:solidFill>
              </a:rPr>
              <a:t>N &amp; S (Networking &amp; Storage) Division</a:t>
            </a:r>
            <a:endParaRPr lang="en-US" altLang="en-US" sz="1400">
              <a:solidFill>
                <a:schemeClr val="bg1"/>
              </a:solidFill>
            </a:endParaRPr>
          </a:p>
          <a:p>
            <a:pPr marL="171450" indent="-171450">
              <a:buFont typeface="Arial" panose="020B0604020202020204" pitchFamily="34" charset="0"/>
              <a:buChar char="•"/>
            </a:pPr>
            <a:r>
              <a:rPr lang="en-US" altLang="en-US" sz="1400">
                <a:solidFill>
                  <a:schemeClr val="bg1"/>
                </a:solidFill>
              </a:rPr>
              <a:t>AQ Pen Drive 2-in-1 is the clear leader with ~701K units, outperforming other products.</a:t>
            </a:r>
            <a:endParaRPr lang="en-US" altLang="en-US" sz="1400">
              <a:solidFill>
                <a:schemeClr val="bg1"/>
              </a:solidFill>
            </a:endParaRPr>
          </a:p>
          <a:p>
            <a:pPr marL="171450" indent="-171450">
              <a:buFont typeface="Arial" panose="020B0604020202020204" pitchFamily="34" charset="0"/>
              <a:buChar char="•"/>
            </a:pPr>
            <a:r>
              <a:rPr lang="en-US" altLang="en-US" sz="1400">
                <a:solidFill>
                  <a:schemeClr val="bg1"/>
                </a:solidFill>
              </a:rPr>
              <a:t>Pen Drive variants dominate the top 3, indicating strong customer preference for storage solutions.</a:t>
            </a:r>
            <a:endParaRPr lang="en-US" altLang="en-US" sz="1400">
              <a:solidFill>
                <a:schemeClr val="bg1"/>
              </a:solidFill>
            </a:endParaRPr>
          </a:p>
          <a:p>
            <a:pPr marL="171450" indent="-171450">
              <a:buFont typeface="Arial" panose="020B0604020202020204" pitchFamily="34" charset="0"/>
              <a:buChar char="•"/>
            </a:pPr>
            <a:r>
              <a:rPr lang="en-US" altLang="en-US" sz="1400">
                <a:solidFill>
                  <a:schemeClr val="bg1"/>
                </a:solidFill>
              </a:rPr>
              <a:t>This division contributes the highest overall sales volume among all divisions in FY 2021.</a:t>
            </a:r>
            <a:endParaRPr lang="en-US" altLang="en-US" sz="140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394970"/>
          </a:xfrm>
        </p:spPr>
        <p:txBody>
          <a:bodyPr/>
          <a:p>
            <a:r>
              <a:rPr lang="en-US" sz="2400" b="1"/>
              <a:t>Top 3 products in each Division </a:t>
            </a:r>
            <a:endParaRPr lang="en-US" sz="2400" b="1"/>
          </a:p>
        </p:txBody>
      </p:sp>
      <p:pic>
        <p:nvPicPr>
          <p:cNvPr id="3" name="Picture 2"/>
          <p:cNvPicPr>
            <a:picLocks noChangeAspect="1"/>
          </p:cNvPicPr>
          <p:nvPr/>
        </p:nvPicPr>
        <p:blipFill>
          <a:blip r:embed="rId1"/>
          <a:stretch>
            <a:fillRect/>
          </a:stretch>
        </p:blipFill>
        <p:spPr>
          <a:xfrm>
            <a:off x="1597025" y="897890"/>
            <a:ext cx="3568065" cy="2171065"/>
          </a:xfrm>
          <a:prstGeom prst="rect">
            <a:avLst/>
          </a:prstGeom>
        </p:spPr>
      </p:pic>
      <p:pic>
        <p:nvPicPr>
          <p:cNvPr id="4" name="Picture 3"/>
          <p:cNvPicPr>
            <a:picLocks noChangeAspect="1"/>
          </p:cNvPicPr>
          <p:nvPr/>
        </p:nvPicPr>
        <p:blipFill>
          <a:blip r:embed="rId2"/>
          <a:stretch>
            <a:fillRect/>
          </a:stretch>
        </p:blipFill>
        <p:spPr>
          <a:xfrm>
            <a:off x="6965950" y="897890"/>
            <a:ext cx="3720465" cy="2171065"/>
          </a:xfrm>
          <a:prstGeom prst="rect">
            <a:avLst/>
          </a:prstGeom>
        </p:spPr>
      </p:pic>
      <p:pic>
        <p:nvPicPr>
          <p:cNvPr id="5" name="Picture 4"/>
          <p:cNvPicPr>
            <a:picLocks noChangeAspect="1"/>
          </p:cNvPicPr>
          <p:nvPr/>
        </p:nvPicPr>
        <p:blipFill>
          <a:blip r:embed="rId3"/>
          <a:stretch>
            <a:fillRect/>
          </a:stretch>
        </p:blipFill>
        <p:spPr>
          <a:xfrm>
            <a:off x="4290695" y="3343275"/>
            <a:ext cx="3631565" cy="2148840"/>
          </a:xfrm>
          <a:prstGeom prst="rect">
            <a:avLst/>
          </a:prstGeom>
        </p:spPr>
      </p:pic>
      <p:sp>
        <p:nvSpPr>
          <p:cNvPr id="7" name="Text Box 6"/>
          <p:cNvSpPr txBox="1"/>
          <p:nvPr/>
        </p:nvSpPr>
        <p:spPr>
          <a:xfrm>
            <a:off x="433070" y="5622290"/>
            <a:ext cx="11371580" cy="1098550"/>
          </a:xfrm>
          <a:prstGeom prst="rect">
            <a:avLst/>
          </a:prstGeom>
          <a:noFill/>
        </p:spPr>
        <p:txBody>
          <a:bodyPr wrap="square" rtlCol="0">
            <a:noAutofit/>
          </a:bodyPr>
          <a:p>
            <a:pPr marL="285750" indent="-285750">
              <a:buFont typeface="Wingdings" panose="05000000000000000000" charset="0"/>
              <a:buChar char="Ø"/>
            </a:pPr>
            <a:r>
              <a:rPr lang="en-US" altLang="en-US" sz="1400">
                <a:solidFill>
                  <a:schemeClr val="bg1"/>
                </a:solidFill>
              </a:rPr>
              <a:t>N &amp; S division is the strongest growth driver by volume in FY 2021.</a:t>
            </a:r>
            <a:endParaRPr lang="en-US" altLang="en-US" sz="1400">
              <a:solidFill>
                <a:schemeClr val="bg1"/>
              </a:solidFill>
            </a:endParaRPr>
          </a:p>
          <a:p>
            <a:pPr marL="285750" indent="-285750">
              <a:buFont typeface="Wingdings" panose="05000000000000000000" charset="0"/>
              <a:buChar char="Ø"/>
            </a:pPr>
            <a:r>
              <a:rPr lang="en-US" altLang="en-US" sz="1400">
                <a:solidFill>
                  <a:schemeClr val="bg1"/>
                </a:solidFill>
              </a:rPr>
              <a:t>P &amp; A division shows consistent high demand, suitable for revenue optimization strategies.</a:t>
            </a:r>
            <a:endParaRPr lang="en-US" altLang="en-US" sz="1400">
              <a:solidFill>
                <a:schemeClr val="bg1"/>
              </a:solidFill>
            </a:endParaRPr>
          </a:p>
          <a:p>
            <a:pPr marL="285750" indent="-285750">
              <a:buFont typeface="Wingdings" panose="05000000000000000000" charset="0"/>
              <a:buChar char="Ø"/>
            </a:pPr>
            <a:r>
              <a:rPr lang="en-US" altLang="en-US" sz="1400">
                <a:solidFill>
                  <a:schemeClr val="bg1"/>
                </a:solidFill>
              </a:rPr>
              <a:t>PC division has uniform product performance, suggesting room for innovation-led differentiation.</a:t>
            </a:r>
            <a:endParaRPr lang="en-US" altLang="en-US" sz="1400">
              <a:solidFill>
                <a:schemeClr val="bg1"/>
              </a:solidFill>
            </a:endParaRPr>
          </a:p>
          <a:p>
            <a:pPr marL="285750" indent="-285750">
              <a:buFont typeface="Wingdings" panose="05000000000000000000" charset="0"/>
              <a:buChar char="Ø"/>
            </a:pPr>
            <a:r>
              <a:rPr lang="en-US" altLang="en-US" sz="1400">
                <a:solidFill>
                  <a:schemeClr val="bg1"/>
                </a:solidFill>
              </a:rPr>
              <a:t>Focus on inventory optimization and marketing investments should prioritize N &amp; S and P &amp; A divisions.</a:t>
            </a:r>
            <a:endParaRPr lang="en-US" altLang="en-US" sz="1400">
              <a:solidFill>
                <a:schemeClr val="bg1"/>
              </a:solidFill>
            </a:endParaRPr>
          </a:p>
        </p:txBody>
      </p:sp>
      <p:sp>
        <p:nvSpPr>
          <p:cNvPr id="9" name="Right Arrow 8"/>
          <p:cNvSpPr/>
          <p:nvPr/>
        </p:nvSpPr>
        <p:spPr>
          <a:xfrm>
            <a:off x="396240" y="1880235"/>
            <a:ext cx="1031875" cy="462915"/>
          </a:xfrm>
          <a:prstGeom prst="rightArrow">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0" name="Text Box 9"/>
          <p:cNvSpPr txBox="1"/>
          <p:nvPr/>
        </p:nvSpPr>
        <p:spPr>
          <a:xfrm>
            <a:off x="589280" y="1965960"/>
            <a:ext cx="617220" cy="286385"/>
          </a:xfrm>
          <a:prstGeom prst="rect">
            <a:avLst/>
          </a:prstGeom>
          <a:noFill/>
        </p:spPr>
        <p:txBody>
          <a:bodyPr wrap="square" rtlCol="0">
            <a:noAutofit/>
          </a:bodyPr>
          <a:p>
            <a:r>
              <a:rPr lang="en-US" sz="1200">
                <a:solidFill>
                  <a:schemeClr val="bg1"/>
                </a:solidFill>
              </a:rPr>
              <a:t>N &amp; S</a:t>
            </a:r>
            <a:endParaRPr lang="en-US" sz="1200">
              <a:solidFill>
                <a:schemeClr val="bg1"/>
              </a:solidFill>
            </a:endParaRPr>
          </a:p>
        </p:txBody>
      </p:sp>
      <p:sp>
        <p:nvSpPr>
          <p:cNvPr id="11" name="Right Arrow 10"/>
          <p:cNvSpPr/>
          <p:nvPr/>
        </p:nvSpPr>
        <p:spPr>
          <a:xfrm>
            <a:off x="5748655" y="1916430"/>
            <a:ext cx="1031875" cy="462915"/>
          </a:xfrm>
          <a:prstGeom prst="rightArrow">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2" name="Text Box 11"/>
          <p:cNvSpPr txBox="1"/>
          <p:nvPr/>
        </p:nvSpPr>
        <p:spPr>
          <a:xfrm>
            <a:off x="5941695" y="2002155"/>
            <a:ext cx="617220" cy="286385"/>
          </a:xfrm>
          <a:prstGeom prst="rect">
            <a:avLst/>
          </a:prstGeom>
          <a:noFill/>
        </p:spPr>
        <p:txBody>
          <a:bodyPr wrap="square" rtlCol="0">
            <a:noAutofit/>
          </a:bodyPr>
          <a:p>
            <a:r>
              <a:rPr lang="en-US" sz="1200">
                <a:solidFill>
                  <a:schemeClr val="bg1"/>
                </a:solidFill>
              </a:rPr>
              <a:t>P &amp; A</a:t>
            </a:r>
            <a:endParaRPr lang="en-US" sz="1200">
              <a:solidFill>
                <a:schemeClr val="bg1"/>
              </a:solidFill>
            </a:endParaRPr>
          </a:p>
        </p:txBody>
      </p:sp>
      <p:sp>
        <p:nvSpPr>
          <p:cNvPr id="13" name="Right Arrow 12"/>
          <p:cNvSpPr/>
          <p:nvPr/>
        </p:nvSpPr>
        <p:spPr>
          <a:xfrm>
            <a:off x="3108960" y="4344035"/>
            <a:ext cx="1031875" cy="462915"/>
          </a:xfrm>
          <a:prstGeom prst="rightArrow">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4" name="Text Box 13"/>
          <p:cNvSpPr txBox="1"/>
          <p:nvPr/>
        </p:nvSpPr>
        <p:spPr>
          <a:xfrm>
            <a:off x="3302000" y="4429760"/>
            <a:ext cx="617220" cy="286385"/>
          </a:xfrm>
          <a:prstGeom prst="rect">
            <a:avLst/>
          </a:prstGeom>
          <a:noFill/>
        </p:spPr>
        <p:txBody>
          <a:bodyPr wrap="square" rtlCol="0">
            <a:noAutofit/>
          </a:bodyPr>
          <a:p>
            <a:r>
              <a:rPr lang="en-US" sz="1200">
                <a:solidFill>
                  <a:schemeClr val="bg1"/>
                </a:solidFill>
              </a:rPr>
              <a:t>  PC</a:t>
            </a:r>
            <a:endParaRPr lang="en-US" sz="120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1"/>
          <p:cNvSpPr>
            <a:spLocks noGrp="1"/>
          </p:cNvSpPr>
          <p:nvPr>
            <p:ph type="ctrTitle"/>
          </p:nvPr>
        </p:nvSpPr>
        <p:spPr>
          <a:xfrm>
            <a:off x="4534535" y="2108200"/>
            <a:ext cx="5733415" cy="1861185"/>
          </a:xfrm>
        </p:spPr>
        <p:txBody>
          <a:bodyPr wrap="square" lIns="91440" tIns="45720" rIns="91440" bIns="45720" anchor="b" anchorCtr="0"/>
          <a:p>
            <a:pPr defTabSz="914400">
              <a:buClrTx/>
              <a:buSzTx/>
              <a:buFontTx/>
              <a:buNone/>
            </a:pPr>
            <a:r>
              <a:rPr lang="en-US" altLang="zh-CN" sz="7200" b="1" kern="1200" dirty="0">
                <a:latin typeface="+mj-lt"/>
                <a:ea typeface="+mj-ea"/>
                <a:cs typeface="+mj-cs"/>
              </a:rPr>
              <a:t>THANK YOU</a:t>
            </a:r>
            <a:endParaRPr lang="zh-CN" altLang="en-US" sz="7200" b="1" kern="1200" dirty="0">
              <a:latin typeface="+mj-lt"/>
              <a:ea typeface="+mj-ea"/>
              <a:cs typeface="+mj-cs"/>
            </a:endParaRPr>
          </a:p>
        </p:txBody>
      </p:sp>
    </p:spTree>
  </p:cSld>
  <p:clrMapOvr>
    <a:masterClrMapping/>
  </p:clrMapOvr>
</p:sld>
</file>

<file path=ppt/tags/tag1.xml><?xml version="1.0" encoding="utf-8"?>
<p:tagLst xmlns:p="http://schemas.openxmlformats.org/presentationml/2006/main">
  <p:tag name="KSO_WM_DIAGRAM_VIRTUALLY_FRAME" val="{&quot;height&quot;:263.25000000000006,&quot;left&quot;:489,&quot;top&quot;:185.62503937007872,&quot;width&quot;:404.87503937007875}"/>
</p:tagLst>
</file>

<file path=ppt/tags/tag2.xml><?xml version="1.0" encoding="utf-8"?>
<p:tagLst xmlns:p="http://schemas.openxmlformats.org/presentationml/2006/main">
  <p:tag name="KSO_WM_DIAGRAM_VIRTUALLY_FRAME" val="{&quot;height&quot;:263.25000000000006,&quot;left&quot;:489,&quot;top&quot;:185.62503937007872,&quot;width&quot;:404.87503937007875}"/>
</p:tagLst>
</file>

<file path=ppt/tags/tag3.xml><?xml version="1.0" encoding="utf-8"?>
<p:tagLst xmlns:p="http://schemas.openxmlformats.org/presentationml/2006/main">
  <p:tag name="KSO_WM_DIAGRAM_VIRTUALLY_FRAME" val="{&quot;height&quot;:263.25000000000006,&quot;left&quot;:489,&quot;top&quot;:185.62503937007872,&quot;width&quot;:404.87503937007875}"/>
</p:tagLst>
</file>

<file path=ppt/tags/tag4.xml><?xml version="1.0" encoding="utf-8"?>
<p:tagLst xmlns:p="http://schemas.openxmlformats.org/presentationml/2006/main">
  <p:tag name="KSO_WM_DIAGRAM_VIRTUALLY_FRAME" val="{&quot;height&quot;:263.25000000000006,&quot;left&quot;:489,&quot;top&quot;:185.62503937007872,&quot;width&quot;:404.8750393700787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微软雅黑">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微软雅黑">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7095</Words>
  <Application>WPS Presentation</Application>
  <PresentationFormat>宽屏</PresentationFormat>
  <Paragraphs>196</Paragraphs>
  <Slides>19</Slides>
  <Notes>0</Notes>
  <HiddenSlides>0</HiddenSlides>
  <MMClips>0</MMClips>
  <ScaleCrop>false</ScaleCrop>
  <HeadingPairs>
    <vt:vector size="6" baseType="variant">
      <vt:variant>
        <vt:lpstr>已用的字体</vt:lpstr>
      </vt:variant>
      <vt:variant>
        <vt:i4>26</vt:i4>
      </vt:variant>
      <vt:variant>
        <vt:lpstr>主题</vt:lpstr>
      </vt:variant>
      <vt:variant>
        <vt:i4>2</vt:i4>
      </vt:variant>
      <vt:variant>
        <vt:lpstr>幻灯片标题</vt:lpstr>
      </vt:variant>
      <vt:variant>
        <vt:i4>19</vt:i4>
      </vt:variant>
    </vt:vector>
  </HeadingPairs>
  <TitlesOfParts>
    <vt:vector size="47" baseType="lpstr">
      <vt:lpstr>Arial</vt:lpstr>
      <vt:lpstr>SimSun</vt:lpstr>
      <vt:lpstr>Wingdings</vt:lpstr>
      <vt:lpstr>Calibri</vt:lpstr>
      <vt:lpstr>Microsoft YaHei</vt:lpstr>
      <vt:lpstr>Wingdings</vt:lpstr>
      <vt:lpstr>Calibri Light</vt:lpstr>
      <vt:lpstr>Calibri Light</vt:lpstr>
      <vt:lpstr>Arial Unicode MS</vt:lpstr>
      <vt:lpstr>Arial Black</vt:lpstr>
      <vt:lpstr>Bahnschrift</vt:lpstr>
      <vt:lpstr>Arial Rounded MT Bold</vt:lpstr>
      <vt:lpstr>Bahnschrift SemiBold SemiCondensed</vt:lpstr>
      <vt:lpstr>Baskerville Old Face</vt:lpstr>
      <vt:lpstr>Bernard MT Condensed</vt:lpstr>
      <vt:lpstr>Blackadder ITC</vt:lpstr>
      <vt:lpstr>Bodoni MT Black</vt:lpstr>
      <vt:lpstr>Britannic Bold</vt:lpstr>
      <vt:lpstr>Brush Script MT</vt:lpstr>
      <vt:lpstr>Cambria Math</vt:lpstr>
      <vt:lpstr>Cascadia Code SemiBold</vt:lpstr>
      <vt:lpstr>Cascadia Mono SemiLight</vt:lpstr>
      <vt:lpstr>Century Schoolbook</vt:lpstr>
      <vt:lpstr>Copperplate Gothic Light</vt:lpstr>
      <vt:lpstr>Cooper Black</vt:lpstr>
      <vt:lpstr>Arial</vt:lpstr>
      <vt:lpstr>Office Theme</vt:lpstr>
      <vt:lpstr>1_Office Theme</vt:lpstr>
      <vt:lpstr>Consumer Goods Ad-hoc Insights</vt:lpstr>
      <vt:lpstr>AGENDA</vt:lpstr>
      <vt:lpstr>Project Overview &amp; Objectives</vt:lpstr>
      <vt:lpstr>PROBLEM STATEMENT</vt:lpstr>
      <vt:lpstr>Dataset Description</vt:lpstr>
      <vt:lpstr>Ad-hoc Requests, Results (queries),  Visualization &amp; Insights</vt:lpstr>
      <vt:lpstr>Market List of specific customer &amp; in specific region</vt:lpstr>
      <vt:lpstr>Total Unique product percentage change variance from the year 2020 to 2021 </vt:lpstr>
      <vt:lpstr>Unique product count for each segment </vt:lpstr>
      <vt:lpstr>Most Varied product sales comparison in 2021 vs 2020 </vt:lpstr>
      <vt:lpstr>Highest &amp; lowest manufacturing costs of products </vt:lpstr>
      <vt:lpstr>Market List of specific customer &amp; in specific region</vt:lpstr>
      <vt:lpstr>Market List of specific customer &amp; in specific region</vt:lpstr>
      <vt:lpstr>PowerPoint 演示文稿</vt:lpstr>
      <vt:lpstr>Quarter based sales analysis for the year 2020</vt:lpstr>
      <vt:lpstr>Each channel gross sales and the percentage contribution in fy:2021 </vt:lpstr>
      <vt:lpstr>Market List of specific customer &amp; in specific region</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AnnJo</dc:creator>
  <cp:lastModifiedBy>WPS_1716968685</cp:lastModifiedBy>
  <cp:revision>46</cp:revision>
  <dcterms:created xsi:type="dcterms:W3CDTF">2014-12-20T13:05:00Z</dcterms:created>
  <dcterms:modified xsi:type="dcterms:W3CDTF">2025-12-15T07:02:19Z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1033-12.2.0.23155</vt:lpwstr>
  </property>
  <property fmtid="{D5CDD505-2E9C-101B-9397-08002B2CF9AE}" pid="3" name="ICV">
    <vt:lpwstr>046461C5D4EB46D1B0C026D57D729FD0_12</vt:lpwstr>
  </property>
</Properties>
</file>